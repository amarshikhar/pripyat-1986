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10" r:id="rId4"/>
  </p:sldMasterIdLst>
  <p:notesMasterIdLst>
    <p:notesMasterId r:id="rId17"/>
  </p:notesMasterIdLst>
  <p:sldIdLst>
    <p:sldId id="2145706669" r:id="rId5"/>
    <p:sldId id="263" r:id="rId6"/>
    <p:sldId id="2145706677" r:id="rId7"/>
    <p:sldId id="2145706681" r:id="rId8"/>
    <p:sldId id="2145706691" r:id="rId9"/>
    <p:sldId id="2145706672" r:id="rId10"/>
    <p:sldId id="2145706690" r:id="rId11"/>
    <p:sldId id="2145706680" r:id="rId12"/>
    <p:sldId id="2145706682" r:id="rId13"/>
    <p:sldId id="2145706684" r:id="rId14"/>
    <p:sldId id="2145706692" r:id="rId15"/>
    <p:sldId id="2145706679" r:id="rId16"/>
  </p:sldIdLst>
  <p:sldSz cx="12192000" cy="6858000"/>
  <p:notesSz cx="6858000" cy="9144000"/>
  <p:defaultTextStyle>
    <a:defPPr>
      <a:defRPr lang="en-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uidance" id="{99712D63-9960-EA4B-940C-022E3C89852C}">
          <p14:sldIdLst>
            <p14:sldId id="2145706669"/>
            <p14:sldId id="263"/>
            <p14:sldId id="2145706677"/>
            <p14:sldId id="2145706681"/>
            <p14:sldId id="2145706691"/>
            <p14:sldId id="2145706672"/>
            <p14:sldId id="2145706690"/>
            <p14:sldId id="2145706680"/>
            <p14:sldId id="2145706682"/>
            <p14:sldId id="2145706684"/>
            <p14:sldId id="2145706692"/>
          </p14:sldIdLst>
        </p14:section>
        <p14:section name="Untitled Section" id="{BF9A5F03-27B0-478D-9363-154BCB2578BD}">
          <p14:sldIdLst>
            <p14:sldId id="2145706679"/>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9369B82-F61C-1DAB-D2B9-DBEF2F861C75}" name="Wójcik, Jakub" initials="WJ" userId="S::jakub.wojcik@capgemini.com::67d39b31-f876-42af-a5d3-3244421dda40" providerId="AD"/>
  <p188:author id="{ABFE7C8A-44D6-C62D-74C1-98F46929C423}" name="Derché, Aurélie" initials="AD" userId="S::aurelie.derche@capgemini.com::5f68c882-6845-4196-8575-a10c2237bca0"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BAEF"/>
    <a:srgbClr val="010101"/>
    <a:srgbClr val="000000"/>
    <a:srgbClr val="232323"/>
    <a:srgbClr val="747474"/>
    <a:srgbClr val="55555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7BD937C-D4D3-424E-9483-AAEFE2FA3E61}" v="282" dt="2026-04-01T19:04:27.317"/>
    <p1510:client id="{CDE0AC1C-581B-4ECD-EEAB-B5609B2134BE}" v="6" dt="2026-04-01T12:48:15.38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8/10/relationships/authors" Target="authors.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8B3A940-34E7-4621-84F2-C4CA7502E256}"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460C01D0-68E5-4811-9D7E-ADE532D4BAED}" type="pres">
      <dgm:prSet presAssocID="{58B3A940-34E7-4621-84F2-C4CA7502E256}" presName="diagram" presStyleCnt="0">
        <dgm:presLayoutVars>
          <dgm:dir/>
          <dgm:resizeHandles val="exact"/>
        </dgm:presLayoutVars>
      </dgm:prSet>
      <dgm:spPr/>
    </dgm:pt>
  </dgm:ptLst>
  <dgm:cxnLst>
    <dgm:cxn modelId="{772B9ABD-5BBC-4453-BA73-A2CC9697D431}" type="presOf" srcId="{58B3A940-34E7-4621-84F2-C4CA7502E256}" destId="{460C01D0-68E5-4811-9D7E-ADE532D4BAED}" srcOrd="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EFCD6C-6423-8F47-8CE2-0C68727CE676}" type="datetimeFigureOut">
              <a:rPr lang="en-PL" smtClean="0"/>
              <a:t>04/27/2026</a:t>
            </a:fld>
            <a:endParaRPr lang="en-P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B1FBD7-F02D-4C4F-915F-35E35DACACBF}" type="slidenum">
              <a:rPr lang="en-PL" smtClean="0"/>
              <a:t>‹#›</a:t>
            </a:fld>
            <a:endParaRPr lang="en-PL"/>
          </a:p>
        </p:txBody>
      </p:sp>
    </p:spTree>
    <p:extLst>
      <p:ext uri="{BB962C8B-B14F-4D97-AF65-F5344CB8AC3E}">
        <p14:creationId xmlns:p14="http://schemas.microsoft.com/office/powerpoint/2010/main" val="7134012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7DB1FBD7-F02D-4C4F-915F-35E35DACACBF}" type="slidenum">
              <a:rPr lang="en-PL" smtClean="0"/>
              <a:t>2</a:t>
            </a:fld>
            <a:endParaRPr lang="en-PL"/>
          </a:p>
        </p:txBody>
      </p:sp>
    </p:spTree>
    <p:extLst>
      <p:ext uri="{BB962C8B-B14F-4D97-AF65-F5344CB8AC3E}">
        <p14:creationId xmlns:p14="http://schemas.microsoft.com/office/powerpoint/2010/main" val="8807558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7DB1FBD7-F02D-4C4F-915F-35E35DACACBF}" type="slidenum">
              <a:rPr lang="en-PL" smtClean="0"/>
              <a:t>3</a:t>
            </a:fld>
            <a:endParaRPr lang="en-PL"/>
          </a:p>
        </p:txBody>
      </p:sp>
    </p:spTree>
    <p:extLst>
      <p:ext uri="{BB962C8B-B14F-4D97-AF65-F5344CB8AC3E}">
        <p14:creationId xmlns:p14="http://schemas.microsoft.com/office/powerpoint/2010/main" val="10032348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87BB5-DEE3-68B1-29EA-AA91ABED4D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1DC6E7-B5C7-B0EE-6861-ADF4ABD570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92D284-B43D-A612-A529-2A28237D1AAF}"/>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999DC6D8-33EE-F0F4-EBA7-4C1169185E9C}"/>
              </a:ext>
            </a:extLst>
          </p:cNvPr>
          <p:cNvSpPr>
            <a:spLocks noGrp="1"/>
          </p:cNvSpPr>
          <p:nvPr>
            <p:ph type="sldNum" sz="quarter" idx="5"/>
          </p:nvPr>
        </p:nvSpPr>
        <p:spPr/>
        <p:txBody>
          <a:bodyPr/>
          <a:lstStyle/>
          <a:p>
            <a:fld id="{7DB1FBD7-F02D-4C4F-915F-35E35DACACBF}" type="slidenum">
              <a:rPr lang="en-PL" smtClean="0"/>
              <a:t>8</a:t>
            </a:fld>
            <a:endParaRPr lang="en-PL"/>
          </a:p>
        </p:txBody>
      </p:sp>
    </p:spTree>
    <p:extLst>
      <p:ext uri="{BB962C8B-B14F-4D97-AF65-F5344CB8AC3E}">
        <p14:creationId xmlns:p14="http://schemas.microsoft.com/office/powerpoint/2010/main" val="6053419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19BCBF-AE0F-D1FB-89E2-9817E5328F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B72B3F-2E2D-5CEF-41B0-0792DC41F1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BE47D3-D49A-D3FC-6D4A-E16057825DA0}"/>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B20ECCAE-96BE-531F-6126-028FAB1875A3}"/>
              </a:ext>
            </a:extLst>
          </p:cNvPr>
          <p:cNvSpPr>
            <a:spLocks noGrp="1"/>
          </p:cNvSpPr>
          <p:nvPr>
            <p:ph type="sldNum" sz="quarter" idx="5"/>
          </p:nvPr>
        </p:nvSpPr>
        <p:spPr/>
        <p:txBody>
          <a:bodyPr/>
          <a:lstStyle/>
          <a:p>
            <a:fld id="{7DB1FBD7-F02D-4C4F-915F-35E35DACACBF}" type="slidenum">
              <a:rPr lang="en-PL" smtClean="0"/>
              <a:t>9</a:t>
            </a:fld>
            <a:endParaRPr lang="en-PL"/>
          </a:p>
        </p:txBody>
      </p:sp>
    </p:spTree>
    <p:extLst>
      <p:ext uri="{BB962C8B-B14F-4D97-AF65-F5344CB8AC3E}">
        <p14:creationId xmlns:p14="http://schemas.microsoft.com/office/powerpoint/2010/main" val="6421888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8" Type="http://schemas.openxmlformats.org/officeDocument/2006/relationships/hyperlink" Target="http://www.linkedin.com/company/capgemini" TargetMode="External"/><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hyperlink" Target="https://www.glassdoor.com/Overview/Working-at-Capgemini-EI_IE3803.11,20.htm" TargetMode="External"/><Relationship Id="rId1" Type="http://schemas.openxmlformats.org/officeDocument/2006/relationships/slideMaster" Target="../slideMasters/slideMaster1.xml"/><Relationship Id="rId6" Type="http://schemas.openxmlformats.org/officeDocument/2006/relationships/hyperlink" Target="http://www.facebook.com/capgemini" TargetMode="External"/><Relationship Id="rId11" Type="http://schemas.openxmlformats.org/officeDocument/2006/relationships/image" Target="../media/image8.png"/><Relationship Id="rId5" Type="http://schemas.openxmlformats.org/officeDocument/2006/relationships/image" Target="../media/image5.png"/><Relationship Id="rId10" Type="http://schemas.openxmlformats.org/officeDocument/2006/relationships/hyperlink" Target="https://www.instagram.com/capgemini/" TargetMode="External"/><Relationship Id="rId4" Type="http://schemas.openxmlformats.org/officeDocument/2006/relationships/hyperlink" Target="http://www.youtube.com/capgeminimedia" TargetMode="External"/><Relationship Id="rId9" Type="http://schemas.openxmlformats.org/officeDocument/2006/relationships/image" Target="../media/image7.png"/></Relationships>
</file>

<file path=ppt/slideLayouts/_rels/slideLayout33.xml.rels><?xml version="1.0" encoding="UTF-8" standalone="yes"?>
<Relationships xmlns="http://schemas.openxmlformats.org/package/2006/relationships"><Relationship Id="rId8" Type="http://schemas.openxmlformats.org/officeDocument/2006/relationships/hyperlink" Target="http://www.facebook.com/capgemini" TargetMode="External"/><Relationship Id="rId13" Type="http://schemas.microsoft.com/office/2007/relationships/hdphoto" Target="../media/hdphoto4.wdp"/><Relationship Id="rId3" Type="http://schemas.openxmlformats.org/officeDocument/2006/relationships/image" Target="../media/image9.png"/><Relationship Id="rId7" Type="http://schemas.microsoft.com/office/2007/relationships/hdphoto" Target="../media/hdphoto2.wdp"/><Relationship Id="rId12" Type="http://schemas.openxmlformats.org/officeDocument/2006/relationships/image" Target="../media/image12.png"/><Relationship Id="rId2" Type="http://schemas.openxmlformats.org/officeDocument/2006/relationships/hyperlink" Target="https://www.glassdoor.com/Overview/Working-at-Capgemini-EI_IE3803.11,20.htm" TargetMode="External"/><Relationship Id="rId16" Type="http://schemas.microsoft.com/office/2007/relationships/hdphoto" Target="../media/hdphoto5.wdp"/><Relationship Id="rId1" Type="http://schemas.openxmlformats.org/officeDocument/2006/relationships/slideMaster" Target="../slideMasters/slideMaster1.xml"/><Relationship Id="rId6" Type="http://schemas.openxmlformats.org/officeDocument/2006/relationships/image" Target="../media/image10.png"/><Relationship Id="rId11" Type="http://schemas.openxmlformats.org/officeDocument/2006/relationships/hyperlink" Target="http://www.linkedin.com/company/capgemini" TargetMode="External"/><Relationship Id="rId5" Type="http://schemas.openxmlformats.org/officeDocument/2006/relationships/hyperlink" Target="http://www.youtube.com/capgeminimedia" TargetMode="External"/><Relationship Id="rId15" Type="http://schemas.openxmlformats.org/officeDocument/2006/relationships/image" Target="../media/image13.png"/><Relationship Id="rId10" Type="http://schemas.microsoft.com/office/2007/relationships/hdphoto" Target="../media/hdphoto3.wdp"/><Relationship Id="rId4" Type="http://schemas.microsoft.com/office/2007/relationships/hdphoto" Target="../media/hdphoto1.wdp"/><Relationship Id="rId9" Type="http://schemas.openxmlformats.org/officeDocument/2006/relationships/image" Target="../media/image11.png"/><Relationship Id="rId14" Type="http://schemas.openxmlformats.org/officeDocument/2006/relationships/hyperlink" Target="https://www.instagram.com/capgemini/" TargetMode="Externa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Logo Cut">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2765723" y="1489457"/>
            <a:ext cx="6480175" cy="1677988"/>
          </a:xfrm>
          <a:noFill/>
        </p:spPr>
        <p:txBody>
          <a:bodyPr anchor="b"/>
          <a:lstStyle>
            <a:lvl1pPr algn="ctr">
              <a:defRPr kumimoji="0" lang="en-PL" sz="5400" b="0" i="0" u="none" strike="noStrike" kern="1200" cap="none" spc="0" normalizeH="0" baseline="0" noProof="0" dirty="0">
                <a:ln>
                  <a:noFill/>
                </a:ln>
                <a:solidFill>
                  <a:schemeClr val="bg1"/>
                </a:solidFill>
                <a:effectLst/>
                <a:uLnTx/>
                <a:uFillTx/>
                <a:latin typeface="+mn-lt"/>
                <a:ea typeface="+mj-ea"/>
                <a:cs typeface="+mj-cs"/>
              </a:defRPr>
            </a:lvl1pPr>
          </a:lstStyle>
          <a:p>
            <a:r>
              <a:rPr lang="en-US"/>
              <a:t>Click to edit Master title style</a:t>
            </a:r>
            <a:endParaRPr lang="en-PL"/>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2764136" y="3167445"/>
            <a:ext cx="6478587" cy="348286"/>
          </a:xfrm>
          <a:prstGeom prst="rect">
            <a:avLst/>
          </a:prstGeom>
        </p:spPr>
        <p:txBody>
          <a:bodyPr/>
          <a:lstStyle>
            <a:lvl1pPr algn="ctr">
              <a:defRPr lang="en-GB" sz="20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2763761" y="3709694"/>
            <a:ext cx="6479535" cy="253029"/>
          </a:xfrm>
          <a:prstGeom prst="rect">
            <a:avLst/>
          </a:prstGeom>
        </p:spPr>
        <p:txBody>
          <a:bodyPr/>
          <a:lstStyle>
            <a:lvl1pPr algn="ctr">
              <a:defRPr lang="en-GB" sz="14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grpSp>
        <p:nvGrpSpPr>
          <p:cNvPr id="3" name="Group 2">
            <a:extLst>
              <a:ext uri="{FF2B5EF4-FFF2-40B4-BE49-F238E27FC236}">
                <a16:creationId xmlns:a16="http://schemas.microsoft.com/office/drawing/2014/main" id="{29019898-C562-0E25-C4F3-334360D03193}"/>
              </a:ext>
            </a:extLst>
          </p:cNvPr>
          <p:cNvGrpSpPr>
            <a:grpSpLocks noChangeAspect="1"/>
          </p:cNvGrpSpPr>
          <p:nvPr userDrawn="1"/>
        </p:nvGrpSpPr>
        <p:grpSpPr>
          <a:xfrm>
            <a:off x="-175885" y="4642089"/>
            <a:ext cx="12564529" cy="2824804"/>
            <a:chOff x="5094083" y="5360390"/>
            <a:chExt cx="3039349" cy="683316"/>
          </a:xfrm>
          <a:solidFill>
            <a:schemeClr val="tx2"/>
          </a:solidFill>
        </p:grpSpPr>
        <p:sp>
          <p:nvSpPr>
            <p:cNvPr id="7" name="Freeform: Shape 4">
              <a:extLst>
                <a:ext uri="{FF2B5EF4-FFF2-40B4-BE49-F238E27FC236}">
                  <a16:creationId xmlns:a16="http://schemas.microsoft.com/office/drawing/2014/main" id="{F8CB933C-09AA-8C71-2E78-1561B27414F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8" name="Freeform: Shape 5">
              <a:extLst>
                <a:ext uri="{FF2B5EF4-FFF2-40B4-BE49-F238E27FC236}">
                  <a16:creationId xmlns:a16="http://schemas.microsoft.com/office/drawing/2014/main" id="{99E6D307-271F-C8DB-706F-FE50815F9A3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9" name="Freeform: Shape 6">
              <a:extLst>
                <a:ext uri="{FF2B5EF4-FFF2-40B4-BE49-F238E27FC236}">
                  <a16:creationId xmlns:a16="http://schemas.microsoft.com/office/drawing/2014/main" id="{C39B46B1-97A6-4B30-142D-E2A1330E057D}"/>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0" name="Freeform: Shape 7">
              <a:extLst>
                <a:ext uri="{FF2B5EF4-FFF2-40B4-BE49-F238E27FC236}">
                  <a16:creationId xmlns:a16="http://schemas.microsoft.com/office/drawing/2014/main" id="{9BFEC525-2C7E-E980-B007-932804D5D51E}"/>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1" name="Freeform: Shape 8">
              <a:extLst>
                <a:ext uri="{FF2B5EF4-FFF2-40B4-BE49-F238E27FC236}">
                  <a16:creationId xmlns:a16="http://schemas.microsoft.com/office/drawing/2014/main" id="{4A1347D2-8F0A-9DF0-EE43-F2AA0C1B4213}"/>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grpSp>
      <p:sp>
        <p:nvSpPr>
          <p:cNvPr id="12" name="Rectangle 11">
            <a:extLst>
              <a:ext uri="{FF2B5EF4-FFF2-40B4-BE49-F238E27FC236}">
                <a16:creationId xmlns:a16="http://schemas.microsoft.com/office/drawing/2014/main" id="{AEB98D74-27E3-F044-4F08-EF3F7C226178}"/>
              </a:ext>
            </a:extLst>
          </p:cNvPr>
          <p:cNvSpPr/>
          <p:nvPr userDrawn="1"/>
        </p:nvSpPr>
        <p:spPr>
          <a:xfrm>
            <a:off x="-902128" y="2536529"/>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16" name="Rectangle 15">
            <a:extLst>
              <a:ext uri="{FF2B5EF4-FFF2-40B4-BE49-F238E27FC236}">
                <a16:creationId xmlns:a16="http://schemas.microsoft.com/office/drawing/2014/main" id="{B977B1B2-8ECC-4719-803F-E7EBCFD4BEF8}"/>
              </a:ext>
            </a:extLst>
          </p:cNvPr>
          <p:cNvSpPr/>
          <p:nvPr userDrawn="1"/>
        </p:nvSpPr>
        <p:spPr>
          <a:xfrm>
            <a:off x="7696229" y="3673621"/>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1999762969"/>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2_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2" name="Rounded Rectangle 1">
            <a:extLst>
              <a:ext uri="{FF2B5EF4-FFF2-40B4-BE49-F238E27FC236}">
                <a16:creationId xmlns:a16="http://schemas.microsoft.com/office/drawing/2014/main" id="{FB5E1A75-4EBA-DF96-78B5-DDD08BCCF2AF}"/>
              </a:ext>
            </a:extLst>
          </p:cNvPr>
          <p:cNvSpPr/>
          <p:nvPr userDrawn="1"/>
        </p:nvSpPr>
        <p:spPr>
          <a:xfrm>
            <a:off x="228600" y="152400"/>
            <a:ext cx="3276600" cy="3810000"/>
          </a:xfrm>
          <a:prstGeom prst="roundRect">
            <a:avLst>
              <a:gd name="adj" fmla="val 5069"/>
            </a:avLst>
          </a:prstGeom>
          <a:gradFill flip="none" rotWithShape="1">
            <a:gsLst>
              <a:gs pos="37000">
                <a:schemeClr val="accent1">
                  <a:lumMod val="67000"/>
                </a:schemeClr>
              </a:gs>
              <a:gs pos="82000">
                <a:schemeClr val="accent1">
                  <a:lumMod val="97000"/>
                  <a:lumOff val="3000"/>
                </a:schemeClr>
              </a:gs>
              <a:gs pos="100000">
                <a:schemeClr val="accent1">
                  <a:lumMod val="60000"/>
                  <a:lumOff val="40000"/>
                </a:schemeClr>
              </a:gs>
            </a:gsLst>
            <a:lin ang="17400000" scaled="0"/>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5" name="TextBox 4">
            <a:extLst>
              <a:ext uri="{FF2B5EF4-FFF2-40B4-BE49-F238E27FC236}">
                <a16:creationId xmlns:a16="http://schemas.microsoft.com/office/drawing/2014/main" id="{057B955F-1B62-B2CB-9B0D-4438B88344F6}"/>
              </a:ext>
            </a:extLst>
          </p:cNvPr>
          <p:cNvSpPr txBox="1"/>
          <p:nvPr userDrawn="1"/>
        </p:nvSpPr>
        <p:spPr>
          <a:xfrm>
            <a:off x="381000" y="228600"/>
            <a:ext cx="1263785"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CASE OVERVIEW</a:t>
            </a:r>
          </a:p>
        </p:txBody>
      </p:sp>
      <p:sp>
        <p:nvSpPr>
          <p:cNvPr id="7" name="TextBox 6">
            <a:extLst>
              <a:ext uri="{FF2B5EF4-FFF2-40B4-BE49-F238E27FC236}">
                <a16:creationId xmlns:a16="http://schemas.microsoft.com/office/drawing/2014/main" id="{3A0C21DE-586C-397B-8753-F537C4EBAA4A}"/>
              </a:ext>
            </a:extLst>
          </p:cNvPr>
          <p:cNvSpPr txBox="1"/>
          <p:nvPr userDrawn="1"/>
        </p:nvSpPr>
        <p:spPr>
          <a:xfrm>
            <a:off x="2587361" y="189020"/>
            <a:ext cx="710749"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Industry</a:t>
            </a:r>
          </a:p>
        </p:txBody>
      </p:sp>
      <p:sp>
        <p:nvSpPr>
          <p:cNvPr id="8" name="TextBox 7">
            <a:extLst>
              <a:ext uri="{FF2B5EF4-FFF2-40B4-BE49-F238E27FC236}">
                <a16:creationId xmlns:a16="http://schemas.microsoft.com/office/drawing/2014/main" id="{AFCE576E-A8B5-0322-4A16-038C0A6525C3}"/>
              </a:ext>
            </a:extLst>
          </p:cNvPr>
          <p:cNvSpPr txBox="1"/>
          <p:nvPr userDrawn="1"/>
        </p:nvSpPr>
        <p:spPr>
          <a:xfrm>
            <a:off x="381000" y="533400"/>
            <a:ext cx="1820027" cy="402291"/>
          </a:xfrm>
          <a:prstGeom prst="rect">
            <a:avLst/>
          </a:prstGeom>
          <a:noFill/>
        </p:spPr>
        <p:txBody>
          <a:bodyPr vert="horz" wrap="none" lIns="90000" tIns="46800" rIns="90000" bIns="46800" rtlCol="0" anchor="ctr">
            <a:spAutoFit/>
          </a:bodyPr>
          <a:lstStyle/>
          <a:p>
            <a:pPr algn="l">
              <a:spcBef>
                <a:spcPct val="0"/>
              </a:spcBef>
            </a:pPr>
            <a:r>
              <a:rPr lang="en-US" sz="2000">
                <a:solidFill>
                  <a:schemeClr val="bg1"/>
                </a:solidFill>
              </a:rPr>
              <a:t>Process Name</a:t>
            </a:r>
          </a:p>
        </p:txBody>
      </p:sp>
    </p:spTree>
    <p:extLst>
      <p:ext uri="{BB962C8B-B14F-4D97-AF65-F5344CB8AC3E}">
        <p14:creationId xmlns:p14="http://schemas.microsoft.com/office/powerpoint/2010/main" val="7160377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2" name="Rounded Rectangle 1">
            <a:extLst>
              <a:ext uri="{FF2B5EF4-FFF2-40B4-BE49-F238E27FC236}">
                <a16:creationId xmlns:a16="http://schemas.microsoft.com/office/drawing/2014/main" id="{5ED96F17-8E1D-2DFB-9678-C900A36D701E}"/>
              </a:ext>
            </a:extLst>
          </p:cNvPr>
          <p:cNvSpPr/>
          <p:nvPr userDrawn="1"/>
        </p:nvSpPr>
        <p:spPr>
          <a:xfrm>
            <a:off x="228599" y="152400"/>
            <a:ext cx="3882053" cy="1066800"/>
          </a:xfrm>
          <a:prstGeom prst="roundRect">
            <a:avLst>
              <a:gd name="adj" fmla="val 5069"/>
            </a:avLst>
          </a:prstGeom>
          <a:gradFill flip="none" rotWithShape="1">
            <a:gsLst>
              <a:gs pos="37000">
                <a:schemeClr val="accent1">
                  <a:lumMod val="67000"/>
                </a:schemeClr>
              </a:gs>
              <a:gs pos="82000">
                <a:schemeClr val="accent1">
                  <a:lumMod val="97000"/>
                  <a:lumOff val="3000"/>
                </a:schemeClr>
              </a:gs>
              <a:gs pos="100000">
                <a:schemeClr val="accent1">
                  <a:lumMod val="60000"/>
                  <a:lumOff val="40000"/>
                </a:schemeClr>
              </a:gs>
            </a:gsLst>
            <a:lin ang="17400000" scaled="0"/>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5" name="Rounded Rectangle 4">
            <a:extLst>
              <a:ext uri="{FF2B5EF4-FFF2-40B4-BE49-F238E27FC236}">
                <a16:creationId xmlns:a16="http://schemas.microsoft.com/office/drawing/2014/main" id="{A3563060-2936-91B7-E585-2D5F933D7905}"/>
              </a:ext>
            </a:extLst>
          </p:cNvPr>
          <p:cNvSpPr/>
          <p:nvPr userDrawn="1"/>
        </p:nvSpPr>
        <p:spPr>
          <a:xfrm>
            <a:off x="3888611" y="148291"/>
            <a:ext cx="7838984" cy="1070910"/>
          </a:xfrm>
          <a:prstGeom prst="roundRect">
            <a:avLst>
              <a:gd name="adj" fmla="val 5069"/>
            </a:avLst>
          </a:prstGeom>
          <a:solidFill>
            <a:schemeClr val="bg1"/>
          </a:solidFill>
          <a:ln w="9525">
            <a:solidFill>
              <a:schemeClr val="tx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7" name="TextBox 6">
            <a:extLst>
              <a:ext uri="{FF2B5EF4-FFF2-40B4-BE49-F238E27FC236}">
                <a16:creationId xmlns:a16="http://schemas.microsoft.com/office/drawing/2014/main" id="{3A7A9AF7-E939-3D90-CEDE-40D540F3D66D}"/>
              </a:ext>
            </a:extLst>
          </p:cNvPr>
          <p:cNvSpPr txBox="1"/>
          <p:nvPr userDrawn="1"/>
        </p:nvSpPr>
        <p:spPr>
          <a:xfrm>
            <a:off x="381000" y="228600"/>
            <a:ext cx="1263785"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CASE OVERVIEW</a:t>
            </a:r>
          </a:p>
        </p:txBody>
      </p:sp>
      <p:sp>
        <p:nvSpPr>
          <p:cNvPr id="8" name="TextBox 7">
            <a:extLst>
              <a:ext uri="{FF2B5EF4-FFF2-40B4-BE49-F238E27FC236}">
                <a16:creationId xmlns:a16="http://schemas.microsoft.com/office/drawing/2014/main" id="{088CC983-49C6-B05D-A518-613477F4D1C8}"/>
              </a:ext>
            </a:extLst>
          </p:cNvPr>
          <p:cNvSpPr txBox="1"/>
          <p:nvPr userDrawn="1"/>
        </p:nvSpPr>
        <p:spPr>
          <a:xfrm>
            <a:off x="2587361" y="189020"/>
            <a:ext cx="710749"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Industry</a:t>
            </a:r>
          </a:p>
        </p:txBody>
      </p:sp>
      <p:sp>
        <p:nvSpPr>
          <p:cNvPr id="9" name="TextBox 8">
            <a:extLst>
              <a:ext uri="{FF2B5EF4-FFF2-40B4-BE49-F238E27FC236}">
                <a16:creationId xmlns:a16="http://schemas.microsoft.com/office/drawing/2014/main" id="{7781B0B2-34DD-8721-F816-E4CB93485CEE}"/>
              </a:ext>
            </a:extLst>
          </p:cNvPr>
          <p:cNvSpPr txBox="1"/>
          <p:nvPr userDrawn="1"/>
        </p:nvSpPr>
        <p:spPr>
          <a:xfrm>
            <a:off x="381000" y="533400"/>
            <a:ext cx="1820027" cy="402291"/>
          </a:xfrm>
          <a:prstGeom prst="rect">
            <a:avLst/>
          </a:prstGeom>
          <a:noFill/>
        </p:spPr>
        <p:txBody>
          <a:bodyPr vert="horz" wrap="none" lIns="90000" tIns="46800" rIns="90000" bIns="46800" rtlCol="0" anchor="ctr">
            <a:spAutoFit/>
          </a:bodyPr>
          <a:lstStyle/>
          <a:p>
            <a:pPr algn="l">
              <a:spcBef>
                <a:spcPct val="0"/>
              </a:spcBef>
            </a:pPr>
            <a:r>
              <a:rPr lang="en-US" sz="2000">
                <a:solidFill>
                  <a:schemeClr val="bg1"/>
                </a:solidFill>
              </a:rPr>
              <a:t>Process Name</a:t>
            </a:r>
          </a:p>
        </p:txBody>
      </p:sp>
      <p:sp>
        <p:nvSpPr>
          <p:cNvPr id="12" name="Title 11">
            <a:extLst>
              <a:ext uri="{FF2B5EF4-FFF2-40B4-BE49-F238E27FC236}">
                <a16:creationId xmlns:a16="http://schemas.microsoft.com/office/drawing/2014/main" id="{D017FCA3-A06A-DB4F-F4AC-54523E730D07}"/>
              </a:ext>
            </a:extLst>
          </p:cNvPr>
          <p:cNvSpPr>
            <a:spLocks noGrp="1"/>
          </p:cNvSpPr>
          <p:nvPr>
            <p:ph type="title"/>
          </p:nvPr>
        </p:nvSpPr>
        <p:spPr>
          <a:xfrm>
            <a:off x="3888610" y="324019"/>
            <a:ext cx="7753711" cy="666581"/>
          </a:xfrm>
        </p:spPr>
        <p:txBody>
          <a:bodyPr/>
          <a:lstStyle>
            <a:lvl1pPr algn="l">
              <a:spcBef>
                <a:spcPct val="0"/>
              </a:spcBef>
              <a:defRPr>
                <a:solidFill>
                  <a:schemeClr val="tx2"/>
                </a:solidFill>
              </a:defRPr>
            </a:lvl1pPr>
          </a:lstStyle>
          <a:p>
            <a:pPr algn="l">
              <a:spcBef>
                <a:spcPct val="0"/>
              </a:spcBef>
            </a:pPr>
            <a:r>
              <a:rPr lang="en-US"/>
              <a:t>Click to edit Master title style</a:t>
            </a:r>
            <a:endParaRPr lang="en-US" sz="2800">
              <a:solidFill>
                <a:schemeClr val="tx2"/>
              </a:solidFill>
            </a:endParaRPr>
          </a:p>
        </p:txBody>
      </p:sp>
    </p:spTree>
    <p:extLst>
      <p:ext uri="{BB962C8B-B14F-4D97-AF65-F5344CB8AC3E}">
        <p14:creationId xmlns:p14="http://schemas.microsoft.com/office/powerpoint/2010/main" val="15839222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577985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11" name="Text Placeholder 9">
            <a:extLst>
              <a:ext uri="{FF2B5EF4-FFF2-40B4-BE49-F238E27FC236}">
                <a16:creationId xmlns:a16="http://schemas.microsoft.com/office/drawing/2014/main" id="{0D6E650F-BA4C-6AA4-9148-F570EFB99F38}"/>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tx2"/>
                </a:solidFill>
              </a:defRPr>
            </a:lvl1pPr>
          </a:lstStyle>
          <a:p>
            <a:pPr lvl="0"/>
            <a:r>
              <a:rPr lang="en-US"/>
              <a:t>Click to edit Master text styles</a:t>
            </a:r>
          </a:p>
        </p:txBody>
      </p:sp>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F51FE388-96EB-60B4-BDE5-75205588111D}"/>
              </a:ext>
            </a:extLst>
          </p:cNvPr>
          <p:cNvSpPr>
            <a:spLocks noGrp="1"/>
          </p:cNvSpPr>
          <p:nvPr>
            <p:ph type="title"/>
          </p:nvPr>
        </p:nvSpPr>
        <p:spPr/>
        <p:txBody>
          <a:bodyPr/>
          <a:lstStyle/>
          <a:p>
            <a:r>
              <a:rPr lang="en-US"/>
              <a:t>Click to edit Master title style</a:t>
            </a:r>
          </a:p>
        </p:txBody>
      </p:sp>
      <p:sp>
        <p:nvSpPr>
          <p:cNvPr id="6" name="Content Placeholder 5">
            <a:extLst>
              <a:ext uri="{FF2B5EF4-FFF2-40B4-BE49-F238E27FC236}">
                <a16:creationId xmlns:a16="http://schemas.microsoft.com/office/drawing/2014/main" id="{B1642B4B-22B4-952E-DD1B-30B2523729DC}"/>
              </a:ext>
            </a:extLst>
          </p:cNvPr>
          <p:cNvSpPr>
            <a:spLocks noGrp="1"/>
          </p:cNvSpPr>
          <p:nvPr>
            <p:ph sz="quarter" idx="31"/>
          </p:nvPr>
        </p:nvSpPr>
        <p:spPr>
          <a:xfrm>
            <a:off x="551384" y="2132856"/>
            <a:ext cx="1109093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982144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Content 2">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7" name="Text Placeholder 10">
            <a:extLst>
              <a:ext uri="{FF2B5EF4-FFF2-40B4-BE49-F238E27FC236}">
                <a16:creationId xmlns:a16="http://schemas.microsoft.com/office/drawing/2014/main" id="{90464251-F267-6F64-58DE-3A8369AE008F}"/>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
        <p:nvSpPr>
          <p:cNvPr id="21" name="Content Placeholder 20">
            <a:extLst>
              <a:ext uri="{FF2B5EF4-FFF2-40B4-BE49-F238E27FC236}">
                <a16:creationId xmlns:a16="http://schemas.microsoft.com/office/drawing/2014/main" id="{E70BDE52-9B00-C2A8-F626-B256D02BD0F0}"/>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9">
            <a:extLst>
              <a:ext uri="{FF2B5EF4-FFF2-40B4-BE49-F238E27FC236}">
                <a16:creationId xmlns:a16="http://schemas.microsoft.com/office/drawing/2014/main" id="{11D06750-D717-3C72-A9E7-30B20496520E}"/>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621CAE5D-3E25-1FC1-0588-6D3144862513}"/>
              </a:ext>
            </a:extLst>
          </p:cNvPr>
          <p:cNvSpPr>
            <a:spLocks noGrp="1"/>
          </p:cNvSpPr>
          <p:nvPr>
            <p:ph type="title"/>
          </p:nvPr>
        </p:nvSpPr>
        <p:spPr>
          <a:xfrm>
            <a:off x="551384" y="549274"/>
            <a:ext cx="3312368" cy="930372"/>
          </a:xfrm>
        </p:spPr>
        <p:txBody>
          <a:bodyPr/>
          <a:lstStyle/>
          <a:p>
            <a:r>
              <a:rPr lang="en-US"/>
              <a:t>Click to edit Master title style</a:t>
            </a:r>
          </a:p>
        </p:txBody>
      </p:sp>
      <p:sp>
        <p:nvSpPr>
          <p:cNvPr id="11" name="Content Placeholder 5">
            <a:extLst>
              <a:ext uri="{FF2B5EF4-FFF2-40B4-BE49-F238E27FC236}">
                <a16:creationId xmlns:a16="http://schemas.microsoft.com/office/drawing/2014/main" id="{929189C8-410E-9C4A-019C-9B1A47D8D2ED}"/>
              </a:ext>
            </a:extLst>
          </p:cNvPr>
          <p:cNvSpPr>
            <a:spLocks noGrp="1"/>
          </p:cNvSpPr>
          <p:nvPr>
            <p:ph sz="quarter" idx="31"/>
          </p:nvPr>
        </p:nvSpPr>
        <p:spPr>
          <a:xfrm>
            <a:off x="551384" y="2132856"/>
            <a:ext cx="33123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220210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Content 2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9" name="Content Placeholder 20">
            <a:extLst>
              <a:ext uri="{FF2B5EF4-FFF2-40B4-BE49-F238E27FC236}">
                <a16:creationId xmlns:a16="http://schemas.microsoft.com/office/drawing/2014/main" id="{8AF30424-EC22-815F-0364-A40BD8FB5A94}"/>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9">
            <a:extLst>
              <a:ext uri="{FF2B5EF4-FFF2-40B4-BE49-F238E27FC236}">
                <a16:creationId xmlns:a16="http://schemas.microsoft.com/office/drawing/2014/main" id="{3D8C5119-2E27-2F8D-2393-F11C985DEEFE}"/>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3" name="Title 4">
            <a:extLst>
              <a:ext uri="{FF2B5EF4-FFF2-40B4-BE49-F238E27FC236}">
                <a16:creationId xmlns:a16="http://schemas.microsoft.com/office/drawing/2014/main" id="{AFA6B1A6-69A7-1CAE-0836-CA4C24413C3B}"/>
              </a:ext>
            </a:extLst>
          </p:cNvPr>
          <p:cNvSpPr>
            <a:spLocks noGrp="1"/>
          </p:cNvSpPr>
          <p:nvPr>
            <p:ph type="title"/>
          </p:nvPr>
        </p:nvSpPr>
        <p:spPr>
          <a:xfrm>
            <a:off x="551384" y="549274"/>
            <a:ext cx="3312368" cy="930372"/>
          </a:xfrm>
        </p:spPr>
        <p:txBody>
          <a:bodyPr/>
          <a:lstStyle/>
          <a:p>
            <a:r>
              <a:rPr lang="en-US"/>
              <a:t>Click to edit Master title style</a:t>
            </a:r>
          </a:p>
        </p:txBody>
      </p:sp>
      <p:sp>
        <p:nvSpPr>
          <p:cNvPr id="18" name="Content Placeholder 5">
            <a:extLst>
              <a:ext uri="{FF2B5EF4-FFF2-40B4-BE49-F238E27FC236}">
                <a16:creationId xmlns:a16="http://schemas.microsoft.com/office/drawing/2014/main" id="{98A4F07B-7612-308A-3654-BE7DBBF41070}"/>
              </a:ext>
            </a:extLst>
          </p:cNvPr>
          <p:cNvSpPr>
            <a:spLocks noGrp="1"/>
          </p:cNvSpPr>
          <p:nvPr>
            <p:ph sz="quarter" idx="31"/>
          </p:nvPr>
        </p:nvSpPr>
        <p:spPr>
          <a:xfrm>
            <a:off x="551384" y="2132856"/>
            <a:ext cx="33123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hapter Placeholder 2">
            <a:extLst>
              <a:ext uri="{FF2B5EF4-FFF2-40B4-BE49-F238E27FC236}">
                <a16:creationId xmlns:a16="http://schemas.microsoft.com/office/drawing/2014/main" id="{45C81183-EAF5-59AC-9312-889607D0BF65}"/>
              </a:ext>
            </a:extLst>
          </p:cNvPr>
          <p:cNvSpPr>
            <a:spLocks noGrp="1"/>
          </p:cNvSpPr>
          <p:nvPr>
            <p:ph type="body" sz="quarter" idx="13" hasCustomPrompt="1"/>
          </p:nvPr>
        </p:nvSpPr>
        <p:spPr>
          <a:xfrm>
            <a:off x="550863" y="266219"/>
            <a:ext cx="3311705"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20" name="Text Placeholder 10">
            <a:extLst>
              <a:ext uri="{FF2B5EF4-FFF2-40B4-BE49-F238E27FC236}">
                <a16:creationId xmlns:a16="http://schemas.microsoft.com/office/drawing/2014/main" id="{AF667FFB-A6CF-0DAC-F73F-F6AC39EE2761}"/>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569334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Content 3">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0999"/>
            <a:ext cx="6857998" cy="6096002"/>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F94673B4-77FE-F1CB-0F2B-E9CA250FB2B6}"/>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1E48061D-F3E5-383D-6B8F-2C827E9EE8FD}"/>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12" name="Content Placeholder 5">
            <a:extLst>
              <a:ext uri="{FF2B5EF4-FFF2-40B4-BE49-F238E27FC236}">
                <a16:creationId xmlns:a16="http://schemas.microsoft.com/office/drawing/2014/main" id="{626CD0FD-2710-377C-0AF5-3D235D7D2581}"/>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2B515CA7-8DCF-54B4-09AA-94A802519A74}"/>
              </a:ext>
            </a:extLst>
          </p:cNvPr>
          <p:cNvSpPr>
            <a:spLocks noGrp="1"/>
          </p:cNvSpPr>
          <p:nvPr>
            <p:ph sz="quarter" idx="28"/>
          </p:nvPr>
        </p:nvSpPr>
        <p:spPr>
          <a:xfrm>
            <a:off x="6491381" y="2132856"/>
            <a:ext cx="514975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0">
            <a:extLst>
              <a:ext uri="{FF2B5EF4-FFF2-40B4-BE49-F238E27FC236}">
                <a16:creationId xmlns:a16="http://schemas.microsoft.com/office/drawing/2014/main" id="{2ED5F6CF-D037-F768-2935-84A770471395}"/>
              </a:ext>
            </a:extLst>
          </p:cNvPr>
          <p:cNvSpPr>
            <a:spLocks noGrp="1"/>
          </p:cNvSpPr>
          <p:nvPr>
            <p:ph type="body" sz="quarter" idx="27"/>
          </p:nvPr>
        </p:nvSpPr>
        <p:spPr>
          <a:xfrm>
            <a:off x="6491381" y="1634285"/>
            <a:ext cx="514975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3103676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Content 3 Chapterbox">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1000"/>
            <a:ext cx="6857998" cy="6096002"/>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B596F1C6-4A2C-32A4-F91B-7A46197FE40E}"/>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2" name="Title 4">
            <a:extLst>
              <a:ext uri="{FF2B5EF4-FFF2-40B4-BE49-F238E27FC236}">
                <a16:creationId xmlns:a16="http://schemas.microsoft.com/office/drawing/2014/main" id="{028C5415-53AD-E669-9486-5FBA89A04F29}"/>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1BEDBCBF-3BC8-AA4A-1F58-81530B90708A}"/>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0">
            <a:extLst>
              <a:ext uri="{FF2B5EF4-FFF2-40B4-BE49-F238E27FC236}">
                <a16:creationId xmlns:a16="http://schemas.microsoft.com/office/drawing/2014/main" id="{1B7CBEC2-7246-C86B-4339-C14AFC3677BC}"/>
              </a:ext>
            </a:extLst>
          </p:cNvPr>
          <p:cNvSpPr>
            <a:spLocks noGrp="1"/>
          </p:cNvSpPr>
          <p:nvPr>
            <p:ph sz="quarter" idx="28"/>
          </p:nvPr>
        </p:nvSpPr>
        <p:spPr>
          <a:xfrm>
            <a:off x="6491381" y="2132856"/>
            <a:ext cx="514975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hapter Placeholder 2">
            <a:extLst>
              <a:ext uri="{FF2B5EF4-FFF2-40B4-BE49-F238E27FC236}">
                <a16:creationId xmlns:a16="http://schemas.microsoft.com/office/drawing/2014/main" id="{81125B0F-654E-18D6-D135-80BD1EED9DED}"/>
              </a:ext>
            </a:extLst>
          </p:cNvPr>
          <p:cNvSpPr>
            <a:spLocks noGrp="1"/>
          </p:cNvSpPr>
          <p:nvPr>
            <p:ph type="body" sz="quarter" idx="13" hasCustomPrompt="1"/>
          </p:nvPr>
        </p:nvSpPr>
        <p:spPr>
          <a:xfrm>
            <a:off x="550863" y="266219"/>
            <a:ext cx="5111905"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8" name="Text Placeholder 10">
            <a:extLst>
              <a:ext uri="{FF2B5EF4-FFF2-40B4-BE49-F238E27FC236}">
                <a16:creationId xmlns:a16="http://schemas.microsoft.com/office/drawing/2014/main" id="{258EBFC3-CBC8-925F-B836-0EE26BFE8CF5}"/>
              </a:ext>
            </a:extLst>
          </p:cNvPr>
          <p:cNvSpPr>
            <a:spLocks noGrp="1"/>
          </p:cNvSpPr>
          <p:nvPr>
            <p:ph type="body" sz="quarter" idx="27"/>
          </p:nvPr>
        </p:nvSpPr>
        <p:spPr>
          <a:xfrm>
            <a:off x="6491381" y="1634285"/>
            <a:ext cx="514975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4906851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ontent 4">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1ED26950-AB5A-C0D9-81A8-A04EA350762D}"/>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8EC1972F-9263-1D56-27E9-E603C2AABB72}"/>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7FBCB093-A7B1-0D7A-1FAF-74CB36D79D0C}"/>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392BB9FB-913E-27BD-009B-3894E1694801}"/>
              </a:ext>
            </a:extLst>
          </p:cNvPr>
          <p:cNvSpPr>
            <a:spLocks noGrp="1"/>
          </p:cNvSpPr>
          <p:nvPr>
            <p:ph sz="quarter" idx="28"/>
          </p:nvPr>
        </p:nvSpPr>
        <p:spPr>
          <a:xfrm>
            <a:off x="8341401" y="2132856"/>
            <a:ext cx="329973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0">
            <a:extLst>
              <a:ext uri="{FF2B5EF4-FFF2-40B4-BE49-F238E27FC236}">
                <a16:creationId xmlns:a16="http://schemas.microsoft.com/office/drawing/2014/main" id="{A2B384BF-001B-7351-C51D-C08A1F393AB6}"/>
              </a:ext>
            </a:extLst>
          </p:cNvPr>
          <p:cNvSpPr>
            <a:spLocks noGrp="1"/>
          </p:cNvSpPr>
          <p:nvPr>
            <p:ph type="body" sz="quarter" idx="27" hasCustomPrompt="1"/>
          </p:nvPr>
        </p:nvSpPr>
        <p:spPr>
          <a:xfrm>
            <a:off x="8341401" y="1634285"/>
            <a:ext cx="329973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styles</a:t>
            </a:r>
          </a:p>
        </p:txBody>
      </p:sp>
    </p:spTree>
    <p:extLst>
      <p:ext uri="{BB962C8B-B14F-4D97-AF65-F5344CB8AC3E}">
        <p14:creationId xmlns:p14="http://schemas.microsoft.com/office/powerpoint/2010/main" val="647113677"/>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Content 4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239C7379-C19E-9AE6-CB5B-2451CFFD4A17}"/>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3" name="Title 4">
            <a:extLst>
              <a:ext uri="{FF2B5EF4-FFF2-40B4-BE49-F238E27FC236}">
                <a16:creationId xmlns:a16="http://schemas.microsoft.com/office/drawing/2014/main" id="{21AAEB23-95CA-45A9-837B-CD7BF8DDE56C}"/>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4" name="Content Placeholder 5">
            <a:extLst>
              <a:ext uri="{FF2B5EF4-FFF2-40B4-BE49-F238E27FC236}">
                <a16:creationId xmlns:a16="http://schemas.microsoft.com/office/drawing/2014/main" id="{F9DB2775-E9C6-BBF6-4F21-AC89CB5A2445}"/>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0">
            <a:extLst>
              <a:ext uri="{FF2B5EF4-FFF2-40B4-BE49-F238E27FC236}">
                <a16:creationId xmlns:a16="http://schemas.microsoft.com/office/drawing/2014/main" id="{C3ABAB46-458D-AA82-5E79-A54A7AF168E3}"/>
              </a:ext>
            </a:extLst>
          </p:cNvPr>
          <p:cNvSpPr>
            <a:spLocks noGrp="1"/>
          </p:cNvSpPr>
          <p:nvPr>
            <p:ph sz="quarter" idx="28"/>
          </p:nvPr>
        </p:nvSpPr>
        <p:spPr>
          <a:xfrm>
            <a:off x="8341401" y="2132856"/>
            <a:ext cx="329973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hapter Placeholder 2">
            <a:extLst>
              <a:ext uri="{FF2B5EF4-FFF2-40B4-BE49-F238E27FC236}">
                <a16:creationId xmlns:a16="http://schemas.microsoft.com/office/drawing/2014/main" id="{6A60C175-61A3-58D8-BABE-160BC93795DC}"/>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7" name="Text Placeholder 10">
            <a:extLst>
              <a:ext uri="{FF2B5EF4-FFF2-40B4-BE49-F238E27FC236}">
                <a16:creationId xmlns:a16="http://schemas.microsoft.com/office/drawing/2014/main" id="{6C357538-B7AF-C31E-63AB-4F5FF078BFCB}"/>
              </a:ext>
            </a:extLst>
          </p:cNvPr>
          <p:cNvSpPr>
            <a:spLocks noGrp="1"/>
          </p:cNvSpPr>
          <p:nvPr>
            <p:ph type="body" sz="quarter" idx="27" hasCustomPrompt="1"/>
          </p:nvPr>
        </p:nvSpPr>
        <p:spPr>
          <a:xfrm>
            <a:off x="8341401" y="1634285"/>
            <a:ext cx="329973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styles</a:t>
            </a:r>
          </a:p>
        </p:txBody>
      </p:sp>
    </p:spTree>
    <p:extLst>
      <p:ext uri="{BB962C8B-B14F-4D97-AF65-F5344CB8AC3E}">
        <p14:creationId xmlns:p14="http://schemas.microsoft.com/office/powerpoint/2010/main" val="4185219580"/>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Content 5">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1FD69EF5-DC55-0043-E707-9957A11A30E5}"/>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7" name="Title 4">
            <a:extLst>
              <a:ext uri="{FF2B5EF4-FFF2-40B4-BE49-F238E27FC236}">
                <a16:creationId xmlns:a16="http://schemas.microsoft.com/office/drawing/2014/main" id="{C93203A2-28D5-E542-8692-E8BEA6720D63}"/>
              </a:ext>
            </a:extLst>
          </p:cNvPr>
          <p:cNvSpPr>
            <a:spLocks noGrp="1"/>
          </p:cNvSpPr>
          <p:nvPr>
            <p:ph type="title"/>
          </p:nvPr>
        </p:nvSpPr>
        <p:spPr>
          <a:xfrm>
            <a:off x="551384" y="549274"/>
            <a:ext cx="7920880"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D5680A08-73A9-5D82-7781-A59825059862}"/>
              </a:ext>
            </a:extLst>
          </p:cNvPr>
          <p:cNvSpPr>
            <a:spLocks noGrp="1"/>
          </p:cNvSpPr>
          <p:nvPr>
            <p:ph sz="quarter" idx="31"/>
          </p:nvPr>
        </p:nvSpPr>
        <p:spPr>
          <a:xfrm>
            <a:off x="551384" y="2132856"/>
            <a:ext cx="792088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20">
            <a:extLst>
              <a:ext uri="{FF2B5EF4-FFF2-40B4-BE49-F238E27FC236}">
                <a16:creationId xmlns:a16="http://schemas.microsoft.com/office/drawing/2014/main" id="{2D43B5A9-14F0-DD78-070F-A995030041DA}"/>
              </a:ext>
            </a:extLst>
          </p:cNvPr>
          <p:cNvSpPr>
            <a:spLocks noGrp="1"/>
          </p:cNvSpPr>
          <p:nvPr>
            <p:ph sz="quarter" idx="28"/>
          </p:nvPr>
        </p:nvSpPr>
        <p:spPr>
          <a:xfrm>
            <a:off x="9264352" y="2132856"/>
            <a:ext cx="237678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0">
            <a:extLst>
              <a:ext uri="{FF2B5EF4-FFF2-40B4-BE49-F238E27FC236}">
                <a16:creationId xmlns:a16="http://schemas.microsoft.com/office/drawing/2014/main" id="{5F56F677-F5B9-1784-B704-0F0DD8F83E23}"/>
              </a:ext>
            </a:extLst>
          </p:cNvPr>
          <p:cNvSpPr>
            <a:spLocks noGrp="1"/>
          </p:cNvSpPr>
          <p:nvPr>
            <p:ph type="body" sz="quarter" idx="27"/>
          </p:nvPr>
        </p:nvSpPr>
        <p:spPr>
          <a:xfrm>
            <a:off x="9264351" y="1635328"/>
            <a:ext cx="2376787"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9426378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ontent 5 Chapterbox">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77CB4701-5EA8-F228-EB41-0CFF2D895F32}"/>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A5D329F4-F440-1971-934F-BB7E30406179}"/>
              </a:ext>
            </a:extLst>
          </p:cNvPr>
          <p:cNvSpPr>
            <a:spLocks noGrp="1"/>
          </p:cNvSpPr>
          <p:nvPr>
            <p:ph type="title"/>
          </p:nvPr>
        </p:nvSpPr>
        <p:spPr>
          <a:xfrm>
            <a:off x="551384" y="549274"/>
            <a:ext cx="7920880" cy="930372"/>
          </a:xfrm>
        </p:spPr>
        <p:txBody>
          <a:bodyPr/>
          <a:lstStyle/>
          <a:p>
            <a:r>
              <a:rPr lang="en-US"/>
              <a:t>Click to edit Master title style</a:t>
            </a:r>
          </a:p>
        </p:txBody>
      </p:sp>
      <p:sp>
        <p:nvSpPr>
          <p:cNvPr id="11" name="Content Placeholder 5">
            <a:extLst>
              <a:ext uri="{FF2B5EF4-FFF2-40B4-BE49-F238E27FC236}">
                <a16:creationId xmlns:a16="http://schemas.microsoft.com/office/drawing/2014/main" id="{C57AAAE3-15FB-8EBD-D80A-38D40EBDDEBF}"/>
              </a:ext>
            </a:extLst>
          </p:cNvPr>
          <p:cNvSpPr>
            <a:spLocks noGrp="1"/>
          </p:cNvSpPr>
          <p:nvPr>
            <p:ph sz="quarter" idx="31"/>
          </p:nvPr>
        </p:nvSpPr>
        <p:spPr>
          <a:xfrm>
            <a:off x="551384" y="2132856"/>
            <a:ext cx="792088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D9F4F301-816D-BBA5-0D4F-7106C88BF450}"/>
              </a:ext>
            </a:extLst>
          </p:cNvPr>
          <p:cNvSpPr>
            <a:spLocks noGrp="1"/>
          </p:cNvSpPr>
          <p:nvPr>
            <p:ph sz="quarter" idx="28"/>
          </p:nvPr>
        </p:nvSpPr>
        <p:spPr>
          <a:xfrm>
            <a:off x="9264352" y="2132856"/>
            <a:ext cx="237678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hapter Placeholder 2">
            <a:extLst>
              <a:ext uri="{FF2B5EF4-FFF2-40B4-BE49-F238E27FC236}">
                <a16:creationId xmlns:a16="http://schemas.microsoft.com/office/drawing/2014/main" id="{E584A6CD-5C38-ABB3-1278-14FD6AFFF366}"/>
              </a:ext>
            </a:extLst>
          </p:cNvPr>
          <p:cNvSpPr>
            <a:spLocks noGrp="1"/>
          </p:cNvSpPr>
          <p:nvPr>
            <p:ph type="body" sz="quarter" idx="13" hasCustomPrompt="1"/>
          </p:nvPr>
        </p:nvSpPr>
        <p:spPr>
          <a:xfrm>
            <a:off x="550862" y="266219"/>
            <a:ext cx="7919853"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7" name="Text Placeholder 10">
            <a:extLst>
              <a:ext uri="{FF2B5EF4-FFF2-40B4-BE49-F238E27FC236}">
                <a16:creationId xmlns:a16="http://schemas.microsoft.com/office/drawing/2014/main" id="{3D4DF89C-E36B-311B-F8AD-FE3524EF4EF8}"/>
              </a:ext>
            </a:extLst>
          </p:cNvPr>
          <p:cNvSpPr>
            <a:spLocks noGrp="1"/>
          </p:cNvSpPr>
          <p:nvPr>
            <p:ph type="body" sz="quarter" idx="27"/>
          </p:nvPr>
        </p:nvSpPr>
        <p:spPr>
          <a:xfrm>
            <a:off x="9264351" y="1634285"/>
            <a:ext cx="2376787"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35568275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Content 6">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F49FFE9F-318B-AD07-86E6-3D605204274E}"/>
              </a:ext>
            </a:extLst>
          </p:cNvPr>
          <p:cNvSpPr>
            <a:spLocks noGrp="1"/>
          </p:cNvSpPr>
          <p:nvPr>
            <p:ph type="body" sz="quarter" idx="22" hasCustomPrompt="1"/>
          </p:nvPr>
        </p:nvSpPr>
        <p:spPr>
          <a:xfrm>
            <a:off x="550200" y="1634286"/>
            <a:ext cx="89541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6B5BE04E-C718-08CB-4873-0698E24EE643}"/>
              </a:ext>
            </a:extLst>
          </p:cNvPr>
          <p:cNvSpPr>
            <a:spLocks noGrp="1"/>
          </p:cNvSpPr>
          <p:nvPr>
            <p:ph type="title"/>
          </p:nvPr>
        </p:nvSpPr>
        <p:spPr>
          <a:xfrm>
            <a:off x="551384" y="549274"/>
            <a:ext cx="8954190" cy="930372"/>
          </a:xfrm>
        </p:spPr>
        <p:txBody>
          <a:bodyPr/>
          <a:lstStyle/>
          <a:p>
            <a:r>
              <a:rPr lang="en-US"/>
              <a:t>Click to edit Master title style</a:t>
            </a:r>
          </a:p>
        </p:txBody>
      </p:sp>
      <p:sp>
        <p:nvSpPr>
          <p:cNvPr id="12" name="Content Placeholder 5">
            <a:extLst>
              <a:ext uri="{FF2B5EF4-FFF2-40B4-BE49-F238E27FC236}">
                <a16:creationId xmlns:a16="http://schemas.microsoft.com/office/drawing/2014/main" id="{2AE819EF-5661-07DD-8D8E-3816C9C948FA}"/>
              </a:ext>
            </a:extLst>
          </p:cNvPr>
          <p:cNvSpPr>
            <a:spLocks noGrp="1"/>
          </p:cNvSpPr>
          <p:nvPr>
            <p:ph sz="quarter" idx="31"/>
          </p:nvPr>
        </p:nvSpPr>
        <p:spPr>
          <a:xfrm>
            <a:off x="551384" y="2132856"/>
            <a:ext cx="895419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0">
            <a:extLst>
              <a:ext uri="{FF2B5EF4-FFF2-40B4-BE49-F238E27FC236}">
                <a16:creationId xmlns:a16="http://schemas.microsoft.com/office/drawing/2014/main" id="{6FD27327-DD4E-745F-BEE6-F2456262CD9F}"/>
              </a:ext>
            </a:extLst>
          </p:cNvPr>
          <p:cNvSpPr>
            <a:spLocks noGrp="1"/>
          </p:cNvSpPr>
          <p:nvPr>
            <p:ph sz="quarter" idx="28"/>
          </p:nvPr>
        </p:nvSpPr>
        <p:spPr>
          <a:xfrm>
            <a:off x="10056440" y="2132856"/>
            <a:ext cx="15846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0">
            <a:extLst>
              <a:ext uri="{FF2B5EF4-FFF2-40B4-BE49-F238E27FC236}">
                <a16:creationId xmlns:a16="http://schemas.microsoft.com/office/drawing/2014/main" id="{50CD247E-0744-79CF-8F93-524394145128}"/>
              </a:ext>
            </a:extLst>
          </p:cNvPr>
          <p:cNvSpPr>
            <a:spLocks noGrp="1"/>
          </p:cNvSpPr>
          <p:nvPr>
            <p:ph type="body" sz="quarter" idx="32"/>
          </p:nvPr>
        </p:nvSpPr>
        <p:spPr>
          <a:xfrm>
            <a:off x="10056439" y="1634286"/>
            <a:ext cx="15846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5052037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Content 6  Chapterbox">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73D4D2DE-857C-432B-542C-776B73D12295}"/>
              </a:ext>
            </a:extLst>
          </p:cNvPr>
          <p:cNvSpPr>
            <a:spLocks noGrp="1"/>
          </p:cNvSpPr>
          <p:nvPr>
            <p:ph type="body" sz="quarter" idx="22" hasCustomPrompt="1"/>
          </p:nvPr>
        </p:nvSpPr>
        <p:spPr>
          <a:xfrm>
            <a:off x="550200" y="1634286"/>
            <a:ext cx="89541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2" name="Title 4">
            <a:extLst>
              <a:ext uri="{FF2B5EF4-FFF2-40B4-BE49-F238E27FC236}">
                <a16:creationId xmlns:a16="http://schemas.microsoft.com/office/drawing/2014/main" id="{D58330D2-B44D-B4BF-A2E5-010DDD74BFE7}"/>
              </a:ext>
            </a:extLst>
          </p:cNvPr>
          <p:cNvSpPr>
            <a:spLocks noGrp="1"/>
          </p:cNvSpPr>
          <p:nvPr>
            <p:ph type="title"/>
          </p:nvPr>
        </p:nvSpPr>
        <p:spPr>
          <a:xfrm>
            <a:off x="551384" y="549274"/>
            <a:ext cx="8954190"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BD895A44-21D8-7652-F6B3-A65F96845F49}"/>
              </a:ext>
            </a:extLst>
          </p:cNvPr>
          <p:cNvSpPr>
            <a:spLocks noGrp="1"/>
          </p:cNvSpPr>
          <p:nvPr>
            <p:ph sz="quarter" idx="31"/>
          </p:nvPr>
        </p:nvSpPr>
        <p:spPr>
          <a:xfrm>
            <a:off x="551384" y="2132856"/>
            <a:ext cx="895419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B7B3AFE6-55A3-42D9-6DD3-DA26A44341E4}"/>
              </a:ext>
            </a:extLst>
          </p:cNvPr>
          <p:cNvSpPr>
            <a:spLocks noGrp="1"/>
          </p:cNvSpPr>
          <p:nvPr>
            <p:ph sz="quarter" idx="28"/>
          </p:nvPr>
        </p:nvSpPr>
        <p:spPr>
          <a:xfrm>
            <a:off x="10056440" y="2132856"/>
            <a:ext cx="15846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hapter Placeholder 2">
            <a:extLst>
              <a:ext uri="{FF2B5EF4-FFF2-40B4-BE49-F238E27FC236}">
                <a16:creationId xmlns:a16="http://schemas.microsoft.com/office/drawing/2014/main" id="{32B7BC2A-9784-4487-0ABA-5451BC0797E4}"/>
              </a:ext>
            </a:extLst>
          </p:cNvPr>
          <p:cNvSpPr>
            <a:spLocks noGrp="1"/>
          </p:cNvSpPr>
          <p:nvPr>
            <p:ph type="body" sz="quarter" idx="13" hasCustomPrompt="1"/>
          </p:nvPr>
        </p:nvSpPr>
        <p:spPr>
          <a:xfrm>
            <a:off x="550862" y="266219"/>
            <a:ext cx="8953029"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6" name="Text Placeholder 10">
            <a:extLst>
              <a:ext uri="{FF2B5EF4-FFF2-40B4-BE49-F238E27FC236}">
                <a16:creationId xmlns:a16="http://schemas.microsoft.com/office/drawing/2014/main" id="{5A4921A4-14DE-EAC1-42A7-044F67135397}"/>
              </a:ext>
            </a:extLst>
          </p:cNvPr>
          <p:cNvSpPr>
            <a:spLocks noGrp="1"/>
          </p:cNvSpPr>
          <p:nvPr>
            <p:ph type="body" sz="quarter" idx="32"/>
          </p:nvPr>
        </p:nvSpPr>
        <p:spPr>
          <a:xfrm>
            <a:off x="10056439" y="1635328"/>
            <a:ext cx="15846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5495404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7" name="Content Placeholder 17">
            <a:extLst>
              <a:ext uri="{FF2B5EF4-FFF2-40B4-BE49-F238E27FC236}">
                <a16:creationId xmlns:a16="http://schemas.microsoft.com/office/drawing/2014/main" id="{9419F9B9-A3F9-F338-CA95-2522ADFD9276}"/>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itle 7">
            <a:extLst>
              <a:ext uri="{FF2B5EF4-FFF2-40B4-BE49-F238E27FC236}">
                <a16:creationId xmlns:a16="http://schemas.microsoft.com/office/drawing/2014/main" id="{0AB69793-A772-75BC-7546-86D4C99DA295}"/>
              </a:ext>
            </a:extLst>
          </p:cNvPr>
          <p:cNvSpPr>
            <a:spLocks noGrp="1"/>
          </p:cNvSpPr>
          <p:nvPr>
            <p:ph type="title"/>
          </p:nvPr>
        </p:nvSpPr>
        <p:spPr/>
        <p:txBody>
          <a:bodyPr/>
          <a:lstStyle/>
          <a:p>
            <a:r>
              <a:rPr lang="en-US"/>
              <a:t>Click to edit Master title style</a:t>
            </a:r>
          </a:p>
        </p:txBody>
      </p:sp>
      <p:sp>
        <p:nvSpPr>
          <p:cNvPr id="5" name="Text Placeholder 9">
            <a:extLst>
              <a:ext uri="{FF2B5EF4-FFF2-40B4-BE49-F238E27FC236}">
                <a16:creationId xmlns:a16="http://schemas.microsoft.com/office/drawing/2014/main" id="{3CDC2611-10F8-E402-48FE-760013A0A338}"/>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Tree>
    <p:extLst>
      <p:ext uri="{BB962C8B-B14F-4D97-AF65-F5344CB8AC3E}">
        <p14:creationId xmlns:p14="http://schemas.microsoft.com/office/powerpoint/2010/main" val="15006583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7 Chapterbox">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Content Placeholder 17">
            <a:extLst>
              <a:ext uri="{FF2B5EF4-FFF2-40B4-BE49-F238E27FC236}">
                <a16:creationId xmlns:a16="http://schemas.microsoft.com/office/drawing/2014/main" id="{2A1A29B9-2771-6C2E-7B5A-537C6A3853DB}"/>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0" name="Title 7">
            <a:extLst>
              <a:ext uri="{FF2B5EF4-FFF2-40B4-BE49-F238E27FC236}">
                <a16:creationId xmlns:a16="http://schemas.microsoft.com/office/drawing/2014/main" id="{52EA2223-D8E1-77DA-D101-DFCD3DC98210}"/>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1" name="Text Placeholder 9">
            <a:extLst>
              <a:ext uri="{FF2B5EF4-FFF2-40B4-BE49-F238E27FC236}">
                <a16:creationId xmlns:a16="http://schemas.microsoft.com/office/drawing/2014/main" id="{BC80BDE3-7543-F16D-453F-B5134E4E1B35}"/>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2" name="Chapter Placeholder 2">
            <a:extLst>
              <a:ext uri="{FF2B5EF4-FFF2-40B4-BE49-F238E27FC236}">
                <a16:creationId xmlns:a16="http://schemas.microsoft.com/office/drawing/2014/main" id="{0AA21B56-8077-BFD8-789F-17BFDAAE3DB4}"/>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879989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3 Boxes">
    <p:spTree>
      <p:nvGrpSpPr>
        <p:cNvPr id="1" name=""/>
        <p:cNvGrpSpPr/>
        <p:nvPr/>
      </p:nvGrpSpPr>
      <p:grpSpPr>
        <a:xfrm>
          <a:off x="0" y="0"/>
          <a:ext cx="0" cy="0"/>
          <a:chOff x="0" y="0"/>
          <a:chExt cx="0" cy="0"/>
        </a:xfrm>
      </p:grpSpPr>
      <p:sp>
        <p:nvSpPr>
          <p:cNvPr id="16" name="Text Placeholder 9">
            <a:extLst>
              <a:ext uri="{FF2B5EF4-FFF2-40B4-BE49-F238E27FC236}">
                <a16:creationId xmlns:a16="http://schemas.microsoft.com/office/drawing/2014/main" id="{4075E3DD-DFAB-FD26-4572-504E4FADE53C}"/>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7" name="Text Placeholder 9">
            <a:extLst>
              <a:ext uri="{FF2B5EF4-FFF2-40B4-BE49-F238E27FC236}">
                <a16:creationId xmlns:a16="http://schemas.microsoft.com/office/drawing/2014/main" id="{8E9CAB7D-9C7B-E2E2-9B30-A81C31152C20}"/>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23" name="Text Placeholder 9">
            <a:extLst>
              <a:ext uri="{FF2B5EF4-FFF2-40B4-BE49-F238E27FC236}">
                <a16:creationId xmlns:a16="http://schemas.microsoft.com/office/drawing/2014/main" id="{D6B28239-8A4A-2BC4-1B13-1201AC1B835B}"/>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24" name="Content Placeholder 2">
            <a:extLst>
              <a:ext uri="{FF2B5EF4-FFF2-40B4-BE49-F238E27FC236}">
                <a16:creationId xmlns:a16="http://schemas.microsoft.com/office/drawing/2014/main" id="{0228FE89-58D3-520A-49C5-58E95AF8757A}"/>
              </a:ext>
            </a:extLst>
          </p:cNvPr>
          <p:cNvSpPr>
            <a:spLocks noGrp="1"/>
          </p:cNvSpPr>
          <p:nvPr>
            <p:ph sz="quarter" idx="37"/>
          </p:nvPr>
        </p:nvSpPr>
        <p:spPr>
          <a:xfrm>
            <a:off x="550864"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5" name="Content Placeholder 2">
            <a:extLst>
              <a:ext uri="{FF2B5EF4-FFF2-40B4-BE49-F238E27FC236}">
                <a16:creationId xmlns:a16="http://schemas.microsoft.com/office/drawing/2014/main" id="{CBF39E6D-DB1F-781A-6BDD-7C107DD91974}"/>
              </a:ext>
            </a:extLst>
          </p:cNvPr>
          <p:cNvSpPr>
            <a:spLocks noGrp="1"/>
          </p:cNvSpPr>
          <p:nvPr>
            <p:ph sz="quarter" idx="43"/>
          </p:nvPr>
        </p:nvSpPr>
        <p:spPr>
          <a:xfrm>
            <a:off x="4322749"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6" name="Content Placeholder 2">
            <a:extLst>
              <a:ext uri="{FF2B5EF4-FFF2-40B4-BE49-F238E27FC236}">
                <a16:creationId xmlns:a16="http://schemas.microsoft.com/office/drawing/2014/main" id="{1CB95990-A777-8921-215A-C8A73F186031}"/>
              </a:ext>
            </a:extLst>
          </p:cNvPr>
          <p:cNvSpPr>
            <a:spLocks noGrp="1"/>
          </p:cNvSpPr>
          <p:nvPr>
            <p:ph sz="quarter" idx="44"/>
          </p:nvPr>
        </p:nvSpPr>
        <p:spPr>
          <a:xfrm>
            <a:off x="8062162"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7D17B910-3BBD-74AE-2117-34ABBECEE37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7246717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3 Boxes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C00665E5-BDA3-E8BD-B7E9-82C2A9449AC5}"/>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8" name="Text Placeholder 9">
            <a:extLst>
              <a:ext uri="{FF2B5EF4-FFF2-40B4-BE49-F238E27FC236}">
                <a16:creationId xmlns:a16="http://schemas.microsoft.com/office/drawing/2014/main" id="{5DCD0BDB-5B44-5F28-AE7C-A6DDA74FA4C6}"/>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9" name="Text Placeholder 9">
            <a:extLst>
              <a:ext uri="{FF2B5EF4-FFF2-40B4-BE49-F238E27FC236}">
                <a16:creationId xmlns:a16="http://schemas.microsoft.com/office/drawing/2014/main" id="{E5A9C862-F068-5FA8-B790-33B9E92B9717}"/>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0" name="Content Placeholder 2">
            <a:extLst>
              <a:ext uri="{FF2B5EF4-FFF2-40B4-BE49-F238E27FC236}">
                <a16:creationId xmlns:a16="http://schemas.microsoft.com/office/drawing/2014/main" id="{03D01268-B758-D427-140C-0987162EAFE5}"/>
              </a:ext>
            </a:extLst>
          </p:cNvPr>
          <p:cNvSpPr>
            <a:spLocks noGrp="1"/>
          </p:cNvSpPr>
          <p:nvPr>
            <p:ph sz="quarter" idx="37"/>
          </p:nvPr>
        </p:nvSpPr>
        <p:spPr>
          <a:xfrm>
            <a:off x="550864"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1" name="Content Placeholder 2">
            <a:extLst>
              <a:ext uri="{FF2B5EF4-FFF2-40B4-BE49-F238E27FC236}">
                <a16:creationId xmlns:a16="http://schemas.microsoft.com/office/drawing/2014/main" id="{4EAE12CE-6A8B-E8C1-80C3-2C87D81A22C3}"/>
              </a:ext>
            </a:extLst>
          </p:cNvPr>
          <p:cNvSpPr>
            <a:spLocks noGrp="1"/>
          </p:cNvSpPr>
          <p:nvPr>
            <p:ph sz="quarter" idx="43"/>
          </p:nvPr>
        </p:nvSpPr>
        <p:spPr>
          <a:xfrm>
            <a:off x="4322749"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2" name="Content Placeholder 2">
            <a:extLst>
              <a:ext uri="{FF2B5EF4-FFF2-40B4-BE49-F238E27FC236}">
                <a16:creationId xmlns:a16="http://schemas.microsoft.com/office/drawing/2014/main" id="{A1EE52F1-A13F-231A-A204-62146E8BB729}"/>
              </a:ext>
            </a:extLst>
          </p:cNvPr>
          <p:cNvSpPr>
            <a:spLocks noGrp="1"/>
          </p:cNvSpPr>
          <p:nvPr>
            <p:ph sz="quarter" idx="44"/>
          </p:nvPr>
        </p:nvSpPr>
        <p:spPr>
          <a:xfrm>
            <a:off x="8062162"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3" name="Title 4">
            <a:extLst>
              <a:ext uri="{FF2B5EF4-FFF2-40B4-BE49-F238E27FC236}">
                <a16:creationId xmlns:a16="http://schemas.microsoft.com/office/drawing/2014/main" id="{A6EAC310-8D5D-2E10-9194-8635143AE73C}"/>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4" name="Chapter Placeholder 2">
            <a:extLst>
              <a:ext uri="{FF2B5EF4-FFF2-40B4-BE49-F238E27FC236}">
                <a16:creationId xmlns:a16="http://schemas.microsoft.com/office/drawing/2014/main" id="{0198E6F0-06BA-7AF7-87A6-64D7D7D3B402}"/>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29252953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5" name="Text Placeholder 9">
            <a:extLst>
              <a:ext uri="{FF2B5EF4-FFF2-40B4-BE49-F238E27FC236}">
                <a16:creationId xmlns:a16="http://schemas.microsoft.com/office/drawing/2014/main" id="{A0B15415-1D8C-B1CF-007F-AF25F5E8B5E0}"/>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8" name="Content Placeholder 17">
            <a:extLst>
              <a:ext uri="{FF2B5EF4-FFF2-40B4-BE49-F238E27FC236}">
                <a16:creationId xmlns:a16="http://schemas.microsoft.com/office/drawing/2014/main" id="{88A06028-7957-3D06-79FE-33A3DA8C8299}"/>
              </a:ext>
            </a:extLst>
          </p:cNvPr>
          <p:cNvSpPr>
            <a:spLocks noGrp="1"/>
          </p:cNvSpPr>
          <p:nvPr>
            <p:ph sz="quarter" idx="23"/>
          </p:nvPr>
        </p:nvSpPr>
        <p:spPr>
          <a:xfrm>
            <a:off x="550862"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0" name="Text Placeholder 9">
            <a:extLst>
              <a:ext uri="{FF2B5EF4-FFF2-40B4-BE49-F238E27FC236}">
                <a16:creationId xmlns:a16="http://schemas.microsoft.com/office/drawing/2014/main" id="{DCC3AC80-AAB0-BD9C-DCE4-4B771F2625EE}"/>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1" name="Content Placeholder 17">
            <a:extLst>
              <a:ext uri="{FF2B5EF4-FFF2-40B4-BE49-F238E27FC236}">
                <a16:creationId xmlns:a16="http://schemas.microsoft.com/office/drawing/2014/main" id="{163C3FEF-254F-65E1-67F0-E654CC319296}"/>
              </a:ext>
            </a:extLst>
          </p:cNvPr>
          <p:cNvSpPr>
            <a:spLocks noGrp="1"/>
          </p:cNvSpPr>
          <p:nvPr>
            <p:ph sz="quarter" idx="25"/>
          </p:nvPr>
        </p:nvSpPr>
        <p:spPr>
          <a:xfrm>
            <a:off x="6310476"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6" name="Title 5">
            <a:extLst>
              <a:ext uri="{FF2B5EF4-FFF2-40B4-BE49-F238E27FC236}">
                <a16:creationId xmlns:a16="http://schemas.microsoft.com/office/drawing/2014/main" id="{29DB7F80-D4E2-48A2-55A8-57B6588B83A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3376362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A9858FC9-E31E-22A5-20E6-DF65368E51BD}"/>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2" name="Content Placeholder 17">
            <a:extLst>
              <a:ext uri="{FF2B5EF4-FFF2-40B4-BE49-F238E27FC236}">
                <a16:creationId xmlns:a16="http://schemas.microsoft.com/office/drawing/2014/main" id="{CCA19B0D-8B57-D85C-1011-1CAC62D2F0F3}"/>
              </a:ext>
            </a:extLst>
          </p:cNvPr>
          <p:cNvSpPr>
            <a:spLocks noGrp="1"/>
          </p:cNvSpPr>
          <p:nvPr>
            <p:ph sz="quarter" idx="23"/>
          </p:nvPr>
        </p:nvSpPr>
        <p:spPr>
          <a:xfrm>
            <a:off x="550862"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3" name="Text Placeholder 9">
            <a:extLst>
              <a:ext uri="{FF2B5EF4-FFF2-40B4-BE49-F238E27FC236}">
                <a16:creationId xmlns:a16="http://schemas.microsoft.com/office/drawing/2014/main" id="{CF6F8FCA-8DFE-AD50-412B-AE814DC29656}"/>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4" name="Content Placeholder 17">
            <a:extLst>
              <a:ext uri="{FF2B5EF4-FFF2-40B4-BE49-F238E27FC236}">
                <a16:creationId xmlns:a16="http://schemas.microsoft.com/office/drawing/2014/main" id="{343A3AFA-D7DE-39DF-996B-43D9E51B8BE2}"/>
              </a:ext>
            </a:extLst>
          </p:cNvPr>
          <p:cNvSpPr>
            <a:spLocks noGrp="1"/>
          </p:cNvSpPr>
          <p:nvPr>
            <p:ph sz="quarter" idx="25"/>
          </p:nvPr>
        </p:nvSpPr>
        <p:spPr>
          <a:xfrm>
            <a:off x="6310476"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5" name="Title 5">
            <a:extLst>
              <a:ext uri="{FF2B5EF4-FFF2-40B4-BE49-F238E27FC236}">
                <a16:creationId xmlns:a16="http://schemas.microsoft.com/office/drawing/2014/main" id="{D9482294-3454-D856-0C2D-E66155DFBC45}"/>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6" name="Chapter Placeholder 2">
            <a:extLst>
              <a:ext uri="{FF2B5EF4-FFF2-40B4-BE49-F238E27FC236}">
                <a16:creationId xmlns:a16="http://schemas.microsoft.com/office/drawing/2014/main" id="{517FBB4B-5A68-7765-35D5-7BEE297C6AAB}"/>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49825404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AE6646BC-32F6-9AC6-5DA3-6CA08C229501}"/>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16" name="Text Placeholder 9">
            <a:extLst>
              <a:ext uri="{FF2B5EF4-FFF2-40B4-BE49-F238E27FC236}">
                <a16:creationId xmlns:a16="http://schemas.microsoft.com/office/drawing/2014/main" id="{935FD019-48D6-983C-6B94-E0976FB8783C}"/>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7" name="Title 4">
            <a:extLst>
              <a:ext uri="{FF2B5EF4-FFF2-40B4-BE49-F238E27FC236}">
                <a16:creationId xmlns:a16="http://schemas.microsoft.com/office/drawing/2014/main" id="{FC4953BF-CA63-7307-BB05-264598E5B859}"/>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8" name="Content Placeholder 5">
            <a:extLst>
              <a:ext uri="{FF2B5EF4-FFF2-40B4-BE49-F238E27FC236}">
                <a16:creationId xmlns:a16="http://schemas.microsoft.com/office/drawing/2014/main" id="{AEC7E24F-95DB-9C78-60A3-E8139D06C8F3}"/>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56925901"/>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Photo 1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4" name="Logo Placeholder 7">
            <a:extLst>
              <a:ext uri="{FF2B5EF4-FFF2-40B4-BE49-F238E27FC236}">
                <a16:creationId xmlns:a16="http://schemas.microsoft.com/office/drawing/2014/main" id="{3BF0ED60-C129-C9C6-4501-946318C0FF02}"/>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7" name="Text Placeholder 9">
            <a:extLst>
              <a:ext uri="{FF2B5EF4-FFF2-40B4-BE49-F238E27FC236}">
                <a16:creationId xmlns:a16="http://schemas.microsoft.com/office/drawing/2014/main" id="{B273940D-E1AD-EA8E-78DF-498922FA8A2F}"/>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F3029A13-E493-A8ED-E3D0-507AF2339260}"/>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633CAED3-6535-92CF-7EA8-42F3243AE7D0}"/>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937EC11D-9FEA-3207-FBA5-942D0A99E49C}"/>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3949951171"/>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4" name="Text Placeholder 9">
            <a:extLst>
              <a:ext uri="{FF2B5EF4-FFF2-40B4-BE49-F238E27FC236}">
                <a16:creationId xmlns:a16="http://schemas.microsoft.com/office/drawing/2014/main" id="{E82105FD-7542-270F-7352-05CF2F1A1301}"/>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8" name="Title 4">
            <a:extLst>
              <a:ext uri="{FF2B5EF4-FFF2-40B4-BE49-F238E27FC236}">
                <a16:creationId xmlns:a16="http://schemas.microsoft.com/office/drawing/2014/main" id="{7E0ED469-AF66-6808-9971-F90514B01F21}"/>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8214CFC2-24F6-6CA0-147F-B56E32136118}"/>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Logo Placeholder 7">
            <a:extLst>
              <a:ext uri="{FF2B5EF4-FFF2-40B4-BE49-F238E27FC236}">
                <a16:creationId xmlns:a16="http://schemas.microsoft.com/office/drawing/2014/main" id="{2C0724B7-40BF-BDCC-6CC1-FE3B5F77D155}"/>
              </a:ext>
            </a:extLst>
          </p:cNvPr>
          <p:cNvSpPr>
            <a:spLocks noGrp="1"/>
          </p:cNvSpPr>
          <p:nvPr>
            <p:ph type="body" sz="quarter" idx="40" hasCustomPrompt="1"/>
          </p:nvPr>
        </p:nvSpPr>
        <p:spPr>
          <a:xfrm>
            <a:off x="11765626" y="128961"/>
            <a:ext cx="269046" cy="335806"/>
          </a:xfrm>
          <a:blipFill>
            <a:blip>
              <a:extLst>
                <a:ext uri="{96DAC541-7B7A-43D3-8B79-37D633B846F1}">
                  <asvg:svgBlip xmlns:asvg="http://schemas.microsoft.com/office/drawing/2016/SVG/main" r:embed="rId2"/>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75233061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Photo 2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B32B524C-36D8-214C-7B43-091DB75F191F}"/>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996F9181-C057-270C-1482-2E5EF4D4FDA6}"/>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99BF8019-65AA-9B32-C80C-D9AA0C654AFD}"/>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A479EEE0-B2C4-D132-D3CB-B4FB16D1D6A0}"/>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4A59B460-E10E-1660-E567-B4AB0E3F3C38}"/>
              </a:ext>
            </a:extLst>
          </p:cNvPr>
          <p:cNvSpPr>
            <a:spLocks noGrp="1"/>
          </p:cNvSpPr>
          <p:nvPr>
            <p:ph type="body" sz="quarter" idx="13" hasCustomPrompt="1"/>
          </p:nvPr>
        </p:nvSpPr>
        <p:spPr>
          <a:xfrm>
            <a:off x="550863" y="266219"/>
            <a:ext cx="5111905"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68071748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A565FC55-C9E0-8386-F514-48C3B7C08BBF}"/>
              </a:ext>
            </a:extLst>
          </p:cNvPr>
          <p:cNvSpPr>
            <a:spLocks noGrp="1"/>
          </p:cNvSpPr>
          <p:nvPr>
            <p:ph type="body" sz="quarter" idx="22" hasCustomPrompt="1"/>
          </p:nvPr>
        </p:nvSpPr>
        <p:spPr>
          <a:xfrm>
            <a:off x="4655177"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6" name="Title 4">
            <a:extLst>
              <a:ext uri="{FF2B5EF4-FFF2-40B4-BE49-F238E27FC236}">
                <a16:creationId xmlns:a16="http://schemas.microsoft.com/office/drawing/2014/main" id="{2E864913-7A4C-BC47-749C-8EA82C1F3460}"/>
              </a:ext>
            </a:extLst>
          </p:cNvPr>
          <p:cNvSpPr>
            <a:spLocks noGrp="1"/>
          </p:cNvSpPr>
          <p:nvPr>
            <p:ph type="title"/>
          </p:nvPr>
        </p:nvSpPr>
        <p:spPr>
          <a:xfrm>
            <a:off x="4656361" y="549274"/>
            <a:ext cx="6984776" cy="930372"/>
          </a:xfrm>
        </p:spPr>
        <p:txBody>
          <a:bodyPr/>
          <a:lstStyle/>
          <a:p>
            <a:r>
              <a:rPr lang="en-US"/>
              <a:t>Click to edit Master title style</a:t>
            </a:r>
          </a:p>
        </p:txBody>
      </p:sp>
      <p:sp>
        <p:nvSpPr>
          <p:cNvPr id="8" name="Content Placeholder 5">
            <a:extLst>
              <a:ext uri="{FF2B5EF4-FFF2-40B4-BE49-F238E27FC236}">
                <a16:creationId xmlns:a16="http://schemas.microsoft.com/office/drawing/2014/main" id="{3DAD7E2F-319F-BE0B-BE23-06049D48435D}"/>
              </a:ext>
            </a:extLst>
          </p:cNvPr>
          <p:cNvSpPr>
            <a:spLocks noGrp="1"/>
          </p:cNvSpPr>
          <p:nvPr>
            <p:ph sz="quarter" idx="31"/>
          </p:nvPr>
        </p:nvSpPr>
        <p:spPr>
          <a:xfrm>
            <a:off x="4656361"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8156546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Photo 3 Chapterbox">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CBEA6FBE-B35F-FDFB-0A0C-E6D7CB1D2878}"/>
              </a:ext>
            </a:extLst>
          </p:cNvPr>
          <p:cNvSpPr>
            <a:spLocks noGrp="1"/>
          </p:cNvSpPr>
          <p:nvPr>
            <p:ph type="body" sz="quarter" idx="22" hasCustomPrompt="1"/>
          </p:nvPr>
        </p:nvSpPr>
        <p:spPr>
          <a:xfrm>
            <a:off x="4655177"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A1AA51F8-C182-DAF5-4FEA-53839C3797E8}"/>
              </a:ext>
            </a:extLst>
          </p:cNvPr>
          <p:cNvSpPr>
            <a:spLocks noGrp="1"/>
          </p:cNvSpPr>
          <p:nvPr>
            <p:ph type="title"/>
          </p:nvPr>
        </p:nvSpPr>
        <p:spPr>
          <a:xfrm>
            <a:off x="4656361" y="549274"/>
            <a:ext cx="6984776"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CEB0183E-EAE6-947E-A4B9-331A991402A1}"/>
              </a:ext>
            </a:extLst>
          </p:cNvPr>
          <p:cNvSpPr>
            <a:spLocks noGrp="1"/>
          </p:cNvSpPr>
          <p:nvPr>
            <p:ph sz="quarter" idx="31"/>
          </p:nvPr>
        </p:nvSpPr>
        <p:spPr>
          <a:xfrm>
            <a:off x="4656361"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A135B96E-A880-0991-4B6E-A591E9B65964}"/>
              </a:ext>
            </a:extLst>
          </p:cNvPr>
          <p:cNvSpPr>
            <a:spLocks noGrp="1"/>
          </p:cNvSpPr>
          <p:nvPr>
            <p:ph type="body" sz="quarter" idx="13" hasCustomPrompt="1"/>
          </p:nvPr>
        </p:nvSpPr>
        <p:spPr>
          <a:xfrm>
            <a:off x="4655840"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184912693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5AD8D628-6C3F-5725-7D6C-4D172AFCFA27}"/>
              </a:ext>
            </a:extLst>
          </p:cNvPr>
          <p:cNvSpPr>
            <a:spLocks noGrp="1"/>
          </p:cNvSpPr>
          <p:nvPr>
            <p:ph type="body" sz="quarter" idx="22" hasCustomPrompt="1"/>
          </p:nvPr>
        </p:nvSpPr>
        <p:spPr>
          <a:xfrm>
            <a:off x="6598871" y="1634286"/>
            <a:ext cx="5041081"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6" name="Title 4">
            <a:extLst>
              <a:ext uri="{FF2B5EF4-FFF2-40B4-BE49-F238E27FC236}">
                <a16:creationId xmlns:a16="http://schemas.microsoft.com/office/drawing/2014/main" id="{A4159BB2-FE6F-6556-D582-03780A441E3A}"/>
              </a:ext>
            </a:extLst>
          </p:cNvPr>
          <p:cNvSpPr>
            <a:spLocks noGrp="1"/>
          </p:cNvSpPr>
          <p:nvPr>
            <p:ph type="title"/>
          </p:nvPr>
        </p:nvSpPr>
        <p:spPr>
          <a:xfrm>
            <a:off x="6600055" y="549274"/>
            <a:ext cx="5041081" cy="930372"/>
          </a:xfrm>
        </p:spPr>
        <p:txBody>
          <a:bodyPr/>
          <a:lstStyle/>
          <a:p>
            <a:r>
              <a:rPr lang="en-US"/>
              <a:t>Click to edit Master title style</a:t>
            </a:r>
          </a:p>
        </p:txBody>
      </p:sp>
      <p:sp>
        <p:nvSpPr>
          <p:cNvPr id="7" name="Content Placeholder 5">
            <a:extLst>
              <a:ext uri="{FF2B5EF4-FFF2-40B4-BE49-F238E27FC236}">
                <a16:creationId xmlns:a16="http://schemas.microsoft.com/office/drawing/2014/main" id="{387C021A-14D7-948B-96C0-F734A59BFDC8}"/>
              </a:ext>
            </a:extLst>
          </p:cNvPr>
          <p:cNvSpPr>
            <a:spLocks noGrp="1"/>
          </p:cNvSpPr>
          <p:nvPr>
            <p:ph sz="quarter" idx="31"/>
          </p:nvPr>
        </p:nvSpPr>
        <p:spPr>
          <a:xfrm>
            <a:off x="6600055" y="2132856"/>
            <a:ext cx="5041081"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6716415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Photo Chapterbox">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47F7FF35-2721-0BAA-75C4-6C366F98F288}"/>
              </a:ext>
            </a:extLst>
          </p:cNvPr>
          <p:cNvSpPr>
            <a:spLocks noGrp="1"/>
          </p:cNvSpPr>
          <p:nvPr>
            <p:ph type="body" sz="quarter" idx="22" hasCustomPrompt="1"/>
          </p:nvPr>
        </p:nvSpPr>
        <p:spPr>
          <a:xfrm>
            <a:off x="6598871" y="1634286"/>
            <a:ext cx="5041081"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7" name="Title 4">
            <a:extLst>
              <a:ext uri="{FF2B5EF4-FFF2-40B4-BE49-F238E27FC236}">
                <a16:creationId xmlns:a16="http://schemas.microsoft.com/office/drawing/2014/main" id="{40E338D3-47D6-48A9-A9A2-DE7DEE2FD7CA}"/>
              </a:ext>
            </a:extLst>
          </p:cNvPr>
          <p:cNvSpPr>
            <a:spLocks noGrp="1"/>
          </p:cNvSpPr>
          <p:nvPr>
            <p:ph type="title"/>
          </p:nvPr>
        </p:nvSpPr>
        <p:spPr>
          <a:xfrm>
            <a:off x="6600055" y="549274"/>
            <a:ext cx="5041081"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033232B2-7C3B-2B58-B586-A9D5EB0DC635}"/>
              </a:ext>
            </a:extLst>
          </p:cNvPr>
          <p:cNvSpPr>
            <a:spLocks noGrp="1"/>
          </p:cNvSpPr>
          <p:nvPr>
            <p:ph sz="quarter" idx="31"/>
          </p:nvPr>
        </p:nvSpPr>
        <p:spPr>
          <a:xfrm>
            <a:off x="6600055" y="2132856"/>
            <a:ext cx="5041081"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hapter Placeholder 2">
            <a:extLst>
              <a:ext uri="{FF2B5EF4-FFF2-40B4-BE49-F238E27FC236}">
                <a16:creationId xmlns:a16="http://schemas.microsoft.com/office/drawing/2014/main" id="{F68C8930-7643-1654-C79F-A429828E03BC}"/>
              </a:ext>
            </a:extLst>
          </p:cNvPr>
          <p:cNvSpPr>
            <a:spLocks noGrp="1"/>
          </p:cNvSpPr>
          <p:nvPr>
            <p:ph type="body" sz="quarter" idx="13" hasCustomPrompt="1"/>
          </p:nvPr>
        </p:nvSpPr>
        <p:spPr>
          <a:xfrm>
            <a:off x="6599282" y="266219"/>
            <a:ext cx="5040427"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400011054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Photo 6">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1"/>
            <a:ext cx="12191999" cy="4383654"/>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Title 1">
            <a:extLst>
              <a:ext uri="{FF2B5EF4-FFF2-40B4-BE49-F238E27FC236}">
                <a16:creationId xmlns:a16="http://schemas.microsoft.com/office/drawing/2014/main" id="{CA1A3C3A-247E-AD3F-3C93-BDD315BB7F29}"/>
              </a:ext>
            </a:extLst>
          </p:cNvPr>
          <p:cNvSpPr>
            <a:spLocks noGrp="1"/>
          </p:cNvSpPr>
          <p:nvPr>
            <p:ph type="title"/>
          </p:nvPr>
        </p:nvSpPr>
        <p:spPr>
          <a:xfrm>
            <a:off x="550863" y="4581128"/>
            <a:ext cx="4981137" cy="785352"/>
          </a:xfrm>
        </p:spPr>
        <p:txBody>
          <a:bodyPr anchor="t"/>
          <a:lstStyle/>
          <a:p>
            <a:r>
              <a:rPr lang="en-US"/>
              <a:t>Click to edit Master title style</a:t>
            </a:r>
            <a:endParaRPr lang="de-DE"/>
          </a:p>
        </p:txBody>
      </p:sp>
      <p:sp>
        <p:nvSpPr>
          <p:cNvPr id="9" name="Text Placeholder 9">
            <a:extLst>
              <a:ext uri="{FF2B5EF4-FFF2-40B4-BE49-F238E27FC236}">
                <a16:creationId xmlns:a16="http://schemas.microsoft.com/office/drawing/2014/main" id="{34F1BAE4-1DA8-A534-E46A-001AE4E9CADB}"/>
              </a:ext>
            </a:extLst>
          </p:cNvPr>
          <p:cNvSpPr>
            <a:spLocks noGrp="1"/>
          </p:cNvSpPr>
          <p:nvPr>
            <p:ph type="body" sz="quarter" idx="24"/>
          </p:nvPr>
        </p:nvSpPr>
        <p:spPr>
          <a:xfrm>
            <a:off x="550863" y="5854682"/>
            <a:ext cx="5112000" cy="307777"/>
          </a:xfrm>
          <a:prstGeom prst="rect">
            <a:avLst/>
          </a:prstGeom>
        </p:spPr>
        <p:txBody>
          <a:bodyPr wrap="square" anchor="b">
            <a:spAutoFit/>
          </a:bodyPr>
          <a:lstStyle>
            <a:lvl1pPr>
              <a:defRPr sz="2000" b="0">
                <a:solidFill>
                  <a:schemeClr val="tx2"/>
                </a:solidFill>
                <a:latin typeface="+mj-lt"/>
              </a:defRPr>
            </a:lvl1pPr>
          </a:lstStyle>
          <a:p>
            <a:pPr lvl="0"/>
            <a:r>
              <a:rPr lang="en-US"/>
              <a:t>Click to edit Master text styles</a:t>
            </a:r>
          </a:p>
        </p:txBody>
      </p:sp>
      <p:sp>
        <p:nvSpPr>
          <p:cNvPr id="10" name="Content Placeholder 17">
            <a:extLst>
              <a:ext uri="{FF2B5EF4-FFF2-40B4-BE49-F238E27FC236}">
                <a16:creationId xmlns:a16="http://schemas.microsoft.com/office/drawing/2014/main" id="{60E57257-3112-054C-0B58-3B89619EC3E7}"/>
              </a:ext>
            </a:extLst>
          </p:cNvPr>
          <p:cNvSpPr>
            <a:spLocks noGrp="1"/>
          </p:cNvSpPr>
          <p:nvPr>
            <p:ph sz="quarter" idx="25"/>
          </p:nvPr>
        </p:nvSpPr>
        <p:spPr>
          <a:xfrm>
            <a:off x="6093246" y="4581128"/>
            <a:ext cx="5112000" cy="176252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6" name="Date Placeholder 5">
            <a:extLst>
              <a:ext uri="{FF2B5EF4-FFF2-40B4-BE49-F238E27FC236}">
                <a16:creationId xmlns:a16="http://schemas.microsoft.com/office/drawing/2014/main" id="{2F70AC82-D733-3487-AE00-D177A5A43581}"/>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3" name="Footer Placeholder 12">
            <a:extLst>
              <a:ext uri="{FF2B5EF4-FFF2-40B4-BE49-F238E27FC236}">
                <a16:creationId xmlns:a16="http://schemas.microsoft.com/office/drawing/2014/main" id="{31E8CB07-AB40-15A0-08C7-BF54DC438B3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15" name="Slide Number Placeholder 14">
            <a:extLst>
              <a:ext uri="{FF2B5EF4-FFF2-40B4-BE49-F238E27FC236}">
                <a16:creationId xmlns:a16="http://schemas.microsoft.com/office/drawing/2014/main" id="{C41FA911-A4A1-34D1-BF04-9F22140C28D1}"/>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33B9F062-225C-9146-1129-335505116C76}"/>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23242831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p:spPr>
        <p:txBody>
          <a:bodyPr wrap="square" anchor="b">
            <a:noAutofit/>
          </a:bodyPr>
          <a:lstStyle>
            <a:lvl1pPr algn="ctr">
              <a:defRPr sz="3200"/>
            </a:lvl1pPr>
          </a:lstStyle>
          <a:p>
            <a:r>
              <a:rPr lang="en-US"/>
              <a:t>Click to edit Master title style</a:t>
            </a:r>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lvl1pPr>
            <a:lvl2pPr>
              <a:defRPr sz="2000"/>
            </a:lvl2pPr>
            <a:lvl3pPr>
              <a:defRPr sz="2000"/>
            </a:lvl3pPr>
            <a:lvl4pPr>
              <a:defRPr sz="2000"/>
            </a:lvl4pPr>
            <a:lvl5pPr>
              <a:defRPr sz="2000"/>
            </a:lvl5pPr>
          </a:lstStyle>
          <a:p>
            <a:pPr lvl="0"/>
            <a:r>
              <a:rPr lang="en-US"/>
              <a:t>Click to edit Master text styles</a:t>
            </a:r>
          </a:p>
        </p:txBody>
      </p:sp>
      <p:sp>
        <p:nvSpPr>
          <p:cNvPr id="7" name="Date Placeholder 6">
            <a:extLst>
              <a:ext uri="{FF2B5EF4-FFF2-40B4-BE49-F238E27FC236}">
                <a16:creationId xmlns:a16="http://schemas.microsoft.com/office/drawing/2014/main" id="{1C4C92CE-41EC-4D2F-4311-92100A79FE86}"/>
              </a:ext>
            </a:extLst>
          </p:cNvPr>
          <p:cNvSpPr>
            <a:spLocks noGrp="1"/>
          </p:cNvSpPr>
          <p:nvPr>
            <p:ph type="dt" sz="half" idx="1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8" name="Footer Placeholder 7">
            <a:extLst>
              <a:ext uri="{FF2B5EF4-FFF2-40B4-BE49-F238E27FC236}">
                <a16:creationId xmlns:a16="http://schemas.microsoft.com/office/drawing/2014/main" id="{8C0A6AFF-C176-E59D-2165-DE17D66BCAA1}"/>
              </a:ext>
            </a:extLst>
          </p:cNvPr>
          <p:cNvSpPr>
            <a:spLocks noGrp="1"/>
          </p:cNvSpPr>
          <p:nvPr>
            <p:ph type="ftr" sz="quarter" idx="15"/>
          </p:nvPr>
        </p:nvSpPr>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22B9BB3B-51E8-595D-BE01-2881F99A8D5E}"/>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93590379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End Slide 2">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E828FFA5-3FBC-D174-A267-398AD796B6A1}"/>
              </a:ext>
            </a:extLst>
          </p:cNvPr>
          <p:cNvSpPr/>
          <p:nvPr userDrawn="1"/>
        </p:nvSpPr>
        <p:spPr>
          <a:xfrm>
            <a:off x="550862"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tx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err="1">
                <a:solidFill>
                  <a:schemeClr val="tx1"/>
                </a:solidFill>
                <a:latin typeface="+mn-lt"/>
              </a:rPr>
              <a:t>w</a:t>
            </a:r>
            <a:r>
              <a:rPr lang="en-US" sz="1050" err="1">
                <a:solidFill>
                  <a:schemeClr val="tx1"/>
                </a:solidFill>
                <a:latin typeface="+mn-lt"/>
              </a:rPr>
              <a:t>ww.capgemini.com</a:t>
            </a:r>
            <a:endParaRPr lang="en-US" sz="1050">
              <a:solidFill>
                <a:schemeClr val="tx1"/>
              </a:solidFill>
              <a:latin typeface="+mn-lt"/>
            </a:endParaRP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2" y="6021288"/>
            <a:ext cx="1872000" cy="420870"/>
            <a:chOff x="5094083" y="5360390"/>
            <a:chExt cx="3039349" cy="683316"/>
          </a:xfrm>
          <a:solidFill>
            <a:schemeClr val="tx2"/>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p>
          </p:txBody>
        </p:sp>
      </p:grpSp>
      <p:grpSp>
        <p:nvGrpSpPr>
          <p:cNvPr id="2" name="Group 1">
            <a:extLst>
              <a:ext uri="{FF2B5EF4-FFF2-40B4-BE49-F238E27FC236}">
                <a16:creationId xmlns:a16="http://schemas.microsoft.com/office/drawing/2014/main" id="{33CF6172-FAD6-301F-3990-BA19BDCBDD10}"/>
              </a:ext>
            </a:extLst>
          </p:cNvPr>
          <p:cNvGrpSpPr/>
          <p:nvPr userDrawn="1"/>
        </p:nvGrpSpPr>
        <p:grpSpPr>
          <a:xfrm>
            <a:off x="8904288" y="5569004"/>
            <a:ext cx="1951070" cy="335280"/>
            <a:chOff x="8904288" y="5569004"/>
            <a:chExt cx="1951070" cy="335280"/>
          </a:xfrm>
        </p:grpSpPr>
        <p:pic>
          <p:nvPicPr>
            <p:cNvPr id="3" name="Picture 2">
              <a:hlinkClick r:id="rId2"/>
              <a:extLst>
                <a:ext uri="{FF2B5EF4-FFF2-40B4-BE49-F238E27FC236}">
                  <a16:creationId xmlns:a16="http://schemas.microsoft.com/office/drawing/2014/main" id="{C80B44BA-49DA-9F84-82D3-870627147924}"/>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tx1"/>
              </a:solidFill>
            </a:ln>
          </p:spPr>
        </p:pic>
        <p:pic>
          <p:nvPicPr>
            <p:cNvPr id="4" name="Picture 3">
              <a:hlinkClick r:id="rId4"/>
              <a:extLst>
                <a:ext uri="{FF2B5EF4-FFF2-40B4-BE49-F238E27FC236}">
                  <a16:creationId xmlns:a16="http://schemas.microsoft.com/office/drawing/2014/main" id="{3F910AE5-DC10-6A3E-284B-4AA4EADB83AB}"/>
                </a:ext>
              </a:extLst>
            </p:cNvPr>
            <p:cNvPicPr>
              <a:picLocks noChangeAspect="1"/>
            </p:cNvPicPr>
            <p:nvPr userDrawn="1"/>
          </p:nvPicPr>
          <p:blipFill rotWithShape="1">
            <a:blip r:embed="rId5" cstate="screen">
              <a:extLs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tx1"/>
              </a:solidFill>
            </a:ln>
          </p:spPr>
        </p:pic>
        <p:pic>
          <p:nvPicPr>
            <p:cNvPr id="5" name="Picture 4">
              <a:hlinkClick r:id="rId6"/>
              <a:extLst>
                <a:ext uri="{FF2B5EF4-FFF2-40B4-BE49-F238E27FC236}">
                  <a16:creationId xmlns:a16="http://schemas.microsoft.com/office/drawing/2014/main" id="{38FCE476-10F1-8A4F-DF82-27A04965BB65}"/>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tx1"/>
              </a:solidFill>
            </a:ln>
          </p:spPr>
        </p:pic>
        <p:pic>
          <p:nvPicPr>
            <p:cNvPr id="6" name="Picture 5">
              <a:hlinkClick r:id="rId8"/>
              <a:extLst>
                <a:ext uri="{FF2B5EF4-FFF2-40B4-BE49-F238E27FC236}">
                  <a16:creationId xmlns:a16="http://schemas.microsoft.com/office/drawing/2014/main" id="{97AF43E1-E2D3-3572-59C0-6B864F4B3F70}"/>
                </a:ext>
              </a:extLst>
            </p:cNvPr>
            <p:cNvPicPr>
              <a:picLocks noChangeAspect="1"/>
            </p:cNvPicPr>
            <p:nvPr userDrawn="1"/>
          </p:nvPicPr>
          <p:blipFill rotWithShape="1">
            <a:blip r:embed="rId9" cstate="screen">
              <a:extLs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tx1"/>
              </a:solidFill>
            </a:ln>
          </p:spPr>
        </p:pic>
        <p:pic>
          <p:nvPicPr>
            <p:cNvPr id="7" name="Picture 6">
              <a:hlinkClick r:id="rId10"/>
              <a:extLst>
                <a:ext uri="{FF2B5EF4-FFF2-40B4-BE49-F238E27FC236}">
                  <a16:creationId xmlns:a16="http://schemas.microsoft.com/office/drawing/2014/main" id="{FE9806D4-7438-2762-EAEC-92F2B68803AC}"/>
                </a:ext>
              </a:extLst>
            </p:cNvPr>
            <p:cNvPicPr>
              <a:picLocks noChangeAspect="1"/>
            </p:cNvPicPr>
            <p:nvPr userDrawn="1"/>
          </p:nvPicPr>
          <p:blipFill rotWithShape="1">
            <a:blip r:embed="rId11" cstate="screen">
              <a:extLs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tx1"/>
              </a:solidFill>
            </a:ln>
          </p:spPr>
        </p:pic>
      </p:grpSp>
      <p:sp>
        <p:nvSpPr>
          <p:cNvPr id="10" name="Rectangle 9">
            <a:extLst>
              <a:ext uri="{FF2B5EF4-FFF2-40B4-BE49-F238E27FC236}">
                <a16:creationId xmlns:a16="http://schemas.microsoft.com/office/drawing/2014/main" id="{0B26CCF1-BAF6-4FCD-3421-F3BD01B6E505}"/>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tx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tx1"/>
                </a:solidFill>
                <a:latin typeface="+mn-lt"/>
                <a:cs typeface="Arial"/>
              </a:rPr>
              <a:t>Copyright © 2026 Capgemini. All rights reserved.</a:t>
            </a:r>
          </a:p>
        </p:txBody>
      </p:sp>
      <p:sp>
        <p:nvSpPr>
          <p:cNvPr id="11" name="Rectangle 10">
            <a:extLst>
              <a:ext uri="{FF2B5EF4-FFF2-40B4-BE49-F238E27FC236}">
                <a16:creationId xmlns:a16="http://schemas.microsoft.com/office/drawing/2014/main" id="{D466A9AF-E76C-000E-9F10-562BABF34749}"/>
              </a:ext>
            </a:extLst>
          </p:cNvPr>
          <p:cNvSpPr/>
          <p:nvPr userDrawn="1"/>
        </p:nvSpPr>
        <p:spPr>
          <a:xfrm>
            <a:off x="550864" y="1574544"/>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tx1"/>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a:solidFill>
                  <a:schemeClr val="tx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p>
        </p:txBody>
      </p:sp>
    </p:spTree>
    <p:extLst>
      <p:ext uri="{BB962C8B-B14F-4D97-AF65-F5344CB8AC3E}">
        <p14:creationId xmlns:p14="http://schemas.microsoft.com/office/powerpoint/2010/main" val="68109750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End Slide 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1D17019-0BF4-2D81-E041-AFBAAFE615A7}"/>
              </a:ext>
            </a:extLst>
          </p:cNvPr>
          <p:cNvSpPr/>
          <p:nvPr userDrawn="1"/>
        </p:nvSpPr>
        <p:spPr>
          <a:xfrm>
            <a:off x="8146580" y="0"/>
            <a:ext cx="4045420" cy="6858000"/>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3" y="6021288"/>
            <a:ext cx="1872000" cy="420870"/>
            <a:chOff x="5094083" y="5360390"/>
            <a:chExt cx="3039349" cy="683316"/>
          </a:xfrm>
          <a:solidFill>
            <a:schemeClr val="tx2"/>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solidFill>
                  <a:schemeClr val="bg1"/>
                </a:solidFill>
              </a:endParaRPr>
            </a:p>
          </p:txBody>
        </p:sp>
      </p:grpSp>
      <p:sp>
        <p:nvSpPr>
          <p:cNvPr id="10" name="Rectangle 9">
            <a:extLst>
              <a:ext uri="{FF2B5EF4-FFF2-40B4-BE49-F238E27FC236}">
                <a16:creationId xmlns:a16="http://schemas.microsoft.com/office/drawing/2014/main" id="{456848E4-9E3E-BD1A-A82D-C9F95359644C}"/>
              </a:ext>
            </a:extLst>
          </p:cNvPr>
          <p:cNvSpPr/>
          <p:nvPr userDrawn="1"/>
        </p:nvSpPr>
        <p:spPr>
          <a:xfrm>
            <a:off x="550863"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tx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a:solidFill>
                  <a:schemeClr val="tx1"/>
                </a:solidFill>
                <a:latin typeface="+mn-lt"/>
              </a:rPr>
              <a:t>w</a:t>
            </a:r>
            <a:r>
              <a:rPr lang="en-US" sz="1050">
                <a:solidFill>
                  <a:schemeClr val="tx1"/>
                </a:solidFill>
                <a:latin typeface="+mn-lt"/>
              </a:rPr>
              <a:t>ww.capgemini.com</a:t>
            </a:r>
          </a:p>
        </p:txBody>
      </p:sp>
      <p:sp>
        <p:nvSpPr>
          <p:cNvPr id="11" name="Rectangle 10">
            <a:extLst>
              <a:ext uri="{FF2B5EF4-FFF2-40B4-BE49-F238E27FC236}">
                <a16:creationId xmlns:a16="http://schemas.microsoft.com/office/drawing/2014/main" id="{243A1DDC-0EE3-87D7-B55C-C8336892FA90}"/>
              </a:ext>
            </a:extLst>
          </p:cNvPr>
          <p:cNvSpPr/>
          <p:nvPr userDrawn="1"/>
        </p:nvSpPr>
        <p:spPr>
          <a:xfrm rot="16200000">
            <a:off x="4627581"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2" name="Group 11">
            <a:extLst>
              <a:ext uri="{FF2B5EF4-FFF2-40B4-BE49-F238E27FC236}">
                <a16:creationId xmlns:a16="http://schemas.microsoft.com/office/drawing/2014/main" id="{78E9408B-4A36-9F64-5766-AC150B683248}"/>
              </a:ext>
            </a:extLst>
          </p:cNvPr>
          <p:cNvGrpSpPr/>
          <p:nvPr userDrawn="1"/>
        </p:nvGrpSpPr>
        <p:grpSpPr>
          <a:xfrm>
            <a:off x="8904288" y="5569004"/>
            <a:ext cx="1951070" cy="335280"/>
            <a:chOff x="8904288" y="5569004"/>
            <a:chExt cx="1951070" cy="335280"/>
          </a:xfrm>
        </p:grpSpPr>
        <p:pic>
          <p:nvPicPr>
            <p:cNvPr id="13" name="Picture 12">
              <a:hlinkClick r:id="rId2"/>
              <a:extLst>
                <a:ext uri="{FF2B5EF4-FFF2-40B4-BE49-F238E27FC236}">
                  <a16:creationId xmlns:a16="http://schemas.microsoft.com/office/drawing/2014/main" id="{594B397F-1305-520D-FD72-252F047C02CE}"/>
                </a:ext>
              </a:extLst>
            </p:cNvPr>
            <p:cNvPicPr>
              <a:picLocks noChangeAspect="1"/>
            </p:cNvPicPr>
            <p:nvPr userDrawn="1"/>
          </p:nvPicPr>
          <p:blipFill rotWithShape="1">
            <a:blip r:embed="rId3" cstate="screen">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bg1"/>
              </a:solidFill>
            </a:ln>
          </p:spPr>
        </p:pic>
        <p:pic>
          <p:nvPicPr>
            <p:cNvPr id="14" name="Picture 13">
              <a:hlinkClick r:id="rId5"/>
              <a:extLst>
                <a:ext uri="{FF2B5EF4-FFF2-40B4-BE49-F238E27FC236}">
                  <a16:creationId xmlns:a16="http://schemas.microsoft.com/office/drawing/2014/main" id="{2B8F14F5-4F4C-8CAB-B032-78509603B748}"/>
                </a:ext>
              </a:extLst>
            </p:cNvPr>
            <p:cNvPicPr>
              <a:picLocks noChangeAspect="1"/>
            </p:cNvPicPr>
            <p:nvPr userDrawn="1"/>
          </p:nvPicPr>
          <p:blipFill rotWithShape="1">
            <a:blip r:embed="rId6" cstate="screen">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bg1"/>
              </a:solidFill>
            </a:ln>
          </p:spPr>
        </p:pic>
        <p:pic>
          <p:nvPicPr>
            <p:cNvPr id="15" name="Picture 14">
              <a:hlinkClick r:id="rId8"/>
              <a:extLst>
                <a:ext uri="{FF2B5EF4-FFF2-40B4-BE49-F238E27FC236}">
                  <a16:creationId xmlns:a16="http://schemas.microsoft.com/office/drawing/2014/main" id="{2FB6738B-5AD4-93DE-628B-7F9F226AE057}"/>
                </a:ext>
              </a:extLst>
            </p:cNvPr>
            <p:cNvPicPr>
              <a:picLocks noChangeAspect="1"/>
            </p:cNvPicPr>
            <p:nvPr userDrawn="1"/>
          </p:nvPicPr>
          <p:blipFill rotWithShape="1">
            <a:blip r:embed="rId9" cstate="screen">
              <a:lum bright="70000" contrast="-70000"/>
              <a:extLst>
                <a:ext uri="{BEBA8EAE-BF5A-486C-A8C5-ECC9F3942E4B}">
                  <a14:imgProps xmlns:a14="http://schemas.microsoft.com/office/drawing/2010/main">
                    <a14:imgLayer r:embed="rId10">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bg1"/>
              </a:solidFill>
            </a:ln>
          </p:spPr>
        </p:pic>
        <p:pic>
          <p:nvPicPr>
            <p:cNvPr id="16" name="Picture 15">
              <a:hlinkClick r:id="rId11"/>
              <a:extLst>
                <a:ext uri="{FF2B5EF4-FFF2-40B4-BE49-F238E27FC236}">
                  <a16:creationId xmlns:a16="http://schemas.microsoft.com/office/drawing/2014/main" id="{9B12A264-9803-3563-7FDB-B00341420E93}"/>
                </a:ext>
              </a:extLst>
            </p:cNvPr>
            <p:cNvPicPr>
              <a:picLocks noChangeAspect="1"/>
            </p:cNvPicPr>
            <p:nvPr userDrawn="1"/>
          </p:nvPicPr>
          <p:blipFill rotWithShape="1">
            <a:blip r:embed="rId12" cstate="screen">
              <a:lum bright="70000" contrast="-70000"/>
              <a:extLst>
                <a:ext uri="{BEBA8EAE-BF5A-486C-A8C5-ECC9F3942E4B}">
                  <a14:imgProps xmlns:a14="http://schemas.microsoft.com/office/drawing/2010/main">
                    <a14:imgLayer r:embed="rId13">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bg1"/>
              </a:solidFill>
            </a:ln>
          </p:spPr>
        </p:pic>
        <p:pic>
          <p:nvPicPr>
            <p:cNvPr id="18" name="Picture 17">
              <a:hlinkClick r:id="rId14"/>
              <a:extLst>
                <a:ext uri="{FF2B5EF4-FFF2-40B4-BE49-F238E27FC236}">
                  <a16:creationId xmlns:a16="http://schemas.microsoft.com/office/drawing/2014/main" id="{55679AC9-828E-26B9-8BA5-EB55C80AF8BA}"/>
                </a:ext>
              </a:extLst>
            </p:cNvPr>
            <p:cNvPicPr>
              <a:picLocks noChangeAspect="1"/>
            </p:cNvPicPr>
            <p:nvPr userDrawn="1"/>
          </p:nvPicPr>
          <p:blipFill rotWithShape="1">
            <a:blip r:embed="rId15" cstate="screen">
              <a:lum bright="70000" contrast="-70000"/>
              <a:extLst>
                <a:ext uri="{BEBA8EAE-BF5A-486C-A8C5-ECC9F3942E4B}">
                  <a14:imgProps xmlns:a14="http://schemas.microsoft.com/office/drawing/2010/main">
                    <a14:imgLayer r:embed="rId16">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bg1"/>
              </a:solidFill>
            </a:ln>
          </p:spPr>
        </p:pic>
      </p:grpSp>
      <p:sp>
        <p:nvSpPr>
          <p:cNvPr id="3" name="Rectangle 2">
            <a:extLst>
              <a:ext uri="{FF2B5EF4-FFF2-40B4-BE49-F238E27FC236}">
                <a16:creationId xmlns:a16="http://schemas.microsoft.com/office/drawing/2014/main" id="{1155318A-338B-B8C0-FF10-912D1F195A64}"/>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bg1"/>
                </a:solidFill>
                <a:latin typeface="+mn-lt"/>
                <a:cs typeface="Arial"/>
              </a:rPr>
              <a:t>Copyright © 2026 Capgemini. All rights reserved.</a:t>
            </a:r>
          </a:p>
        </p:txBody>
      </p:sp>
      <p:sp>
        <p:nvSpPr>
          <p:cNvPr id="4" name="Rectangle 3">
            <a:extLst>
              <a:ext uri="{FF2B5EF4-FFF2-40B4-BE49-F238E27FC236}">
                <a16:creationId xmlns:a16="http://schemas.microsoft.com/office/drawing/2014/main" id="{B1DCB544-C864-D4C7-146D-83B61717B1E6}"/>
              </a:ext>
            </a:extLst>
          </p:cNvPr>
          <p:cNvSpPr/>
          <p:nvPr userDrawn="1"/>
        </p:nvSpPr>
        <p:spPr>
          <a:xfrm>
            <a:off x="550864" y="1574544"/>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tx1"/>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a:solidFill>
                  <a:schemeClr val="tx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p>
        </p:txBody>
      </p:sp>
    </p:spTree>
    <p:extLst>
      <p:ext uri="{BB962C8B-B14F-4D97-AF65-F5344CB8AC3E}">
        <p14:creationId xmlns:p14="http://schemas.microsoft.com/office/powerpoint/2010/main" val="336297466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350D4F91-45C7-417B-8E2B-E8F582B53B82}"/>
              </a:ext>
            </a:extLst>
          </p:cNvPr>
          <p:cNvSpPr>
            <a:spLocks noGrp="1"/>
          </p:cNvSpPr>
          <p:nvPr>
            <p:ph type="title"/>
          </p:nvPr>
        </p:nvSpPr>
        <p:spPr/>
        <p:txBody>
          <a:bodyPr/>
          <a:lstStyle/>
          <a:p>
            <a:r>
              <a:rPr lang="en-US"/>
              <a:t>Click to edit Master title style</a:t>
            </a:r>
          </a:p>
        </p:txBody>
      </p:sp>
      <p:sp>
        <p:nvSpPr>
          <p:cNvPr id="2" name="Date Placeholder 1">
            <a:extLst>
              <a:ext uri="{FF2B5EF4-FFF2-40B4-BE49-F238E27FC236}">
                <a16:creationId xmlns:a16="http://schemas.microsoft.com/office/drawing/2014/main" id="{2833D816-5C9E-2A40-9E78-51ECB313D899}"/>
              </a:ext>
            </a:extLst>
          </p:cNvPr>
          <p:cNvSpPr>
            <a:spLocks noGrp="1"/>
          </p:cNvSpPr>
          <p:nvPr>
            <p:ph type="dt" sz="half" idx="10"/>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 name="Footer Placeholder 2">
            <a:extLst>
              <a:ext uri="{FF2B5EF4-FFF2-40B4-BE49-F238E27FC236}">
                <a16:creationId xmlns:a16="http://schemas.microsoft.com/office/drawing/2014/main" id="{794E6C65-0D28-CB57-A2B5-21758711DFE7}"/>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17755223-45C2-7E94-C304-676F000A4EE4}"/>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207693904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GRID" hidden="1">
            <a:extLst>
              <a:ext uri="{FF2B5EF4-FFF2-40B4-BE49-F238E27FC236}">
                <a16:creationId xmlns:a16="http://schemas.microsoft.com/office/drawing/2014/main" id="{4C453AFD-72EA-BCED-EF09-6E1F49029575}"/>
              </a:ext>
            </a:extLst>
          </p:cNvPr>
          <p:cNvPicPr>
            <a:picLocks noGrp="1" noRot="1" noChangeAspect="1" noMove="1" noResize="1" noEditPoints="1" noAdjustHandles="1" noChangeArrowheads="1" noChangeShapeType="1" noCrop="1"/>
          </p:cNvPicPr>
          <p:nvPr userDrawn="1"/>
        </p:nvPicPr>
        <p:blipFill>
          <a:blip r:embed="rId36">
            <a:extLst>
              <a:ext uri="{28A0092B-C50C-407E-A947-70E740481C1C}">
                <a14:useLocalDpi xmlns:a14="http://schemas.microsoft.com/office/drawing/2010/main"/>
              </a:ext>
            </a:extLst>
          </a:blip>
          <a:stretch>
            <a:fillRect/>
          </a:stretch>
        </p:blipFill>
        <p:spPr>
          <a:xfrm>
            <a:off x="550863" y="560562"/>
            <a:ext cx="11089753" cy="5748164"/>
          </a:xfrm>
          <a:prstGeom prst="rect">
            <a:avLst/>
          </a:prstGeom>
        </p:spPr>
      </p:pic>
      <p:sp>
        <p:nvSpPr>
          <p:cNvPr id="35" name="Date Placeholder 34">
            <a:extLst>
              <a:ext uri="{FF2B5EF4-FFF2-40B4-BE49-F238E27FC236}">
                <a16:creationId xmlns:a16="http://schemas.microsoft.com/office/drawing/2014/main" id="{9E7A3BD3-DDA4-42A3-B05C-F6E4E51D9B78}"/>
              </a:ext>
            </a:extLst>
          </p:cNvPr>
          <p:cNvSpPr>
            <a:spLocks noGrp="1"/>
          </p:cNvSpPr>
          <p:nvPr>
            <p:ph type="dt" sz="half" idx="2"/>
          </p:nvPr>
        </p:nvSpPr>
        <p:spPr>
          <a:xfrm>
            <a:off x="9809927" y="6650661"/>
            <a:ext cx="1831210" cy="123111"/>
          </a:xfrm>
          <a:prstGeom prst="rect">
            <a:avLst/>
          </a:prstGeom>
        </p:spPr>
        <p:txBody>
          <a:bodyPr wrap="none" lIns="0" tIns="0" rIns="0" bIns="0" anchor="ctr" anchorCtr="0">
            <a:noAutofit/>
          </a:bodyPr>
          <a:lstStyle>
            <a:lvl1pPr algn="r">
              <a:defRPr lang="de-DE" sz="800" smtClean="0">
                <a:solidFill>
                  <a:schemeClr val="bg1">
                    <a:lumMod val="65000"/>
                  </a:schemeClr>
                </a:solidFill>
                <a:latin typeface="+mn-lt"/>
              </a:defRPr>
            </a:lvl1pPr>
          </a:lstStyle>
          <a:p>
            <a:pPr>
              <a:spcBef>
                <a:spcPts val="1000"/>
              </a:spcBef>
            </a:pPr>
            <a:r>
              <a:rPr lang="en-US" kern="0">
                <a:solidFill>
                  <a:srgbClr val="FFFFFF">
                    <a:lumMod val="65000"/>
                  </a:srgbClr>
                </a:solidFill>
              </a:rPr>
              <a:t>Company Confidential © Capgemini 2026. All rights reserved.</a:t>
            </a:r>
            <a:endParaRPr lang="en-US"/>
          </a:p>
        </p:txBody>
      </p:sp>
      <p:sp>
        <p:nvSpPr>
          <p:cNvPr id="38" name="Slide Number Placeholder 37">
            <a:extLst>
              <a:ext uri="{FF2B5EF4-FFF2-40B4-BE49-F238E27FC236}">
                <a16:creationId xmlns:a16="http://schemas.microsoft.com/office/drawing/2014/main" id="{7AB8C2A9-4C2D-43C3-9F07-0C825FF51364}"/>
              </a:ext>
            </a:extLst>
          </p:cNvPr>
          <p:cNvSpPr>
            <a:spLocks noGrp="1"/>
          </p:cNvSpPr>
          <p:nvPr>
            <p:ph type="sldNum" sz="quarter" idx="4"/>
          </p:nvPr>
        </p:nvSpPr>
        <p:spPr>
          <a:xfrm>
            <a:off x="11778341" y="6650661"/>
            <a:ext cx="232665" cy="123111"/>
          </a:xfrm>
          <a:prstGeom prst="rect">
            <a:avLst/>
          </a:prstGeom>
        </p:spPr>
        <p:txBody>
          <a:bodyPr wrap="square" lIns="0" tIns="0" rIns="0" bIns="0" anchor="ctr" anchorCtr="0">
            <a:spAutoFit/>
          </a:bodyPr>
          <a:lstStyle>
            <a:lvl1pPr>
              <a:defRPr lang="de-DE" sz="800" b="0" i="0" smtClean="0">
                <a:solidFill>
                  <a:schemeClr val="bg1">
                    <a:lumMod val="65000"/>
                  </a:schemeClr>
                </a:solidFill>
                <a:latin typeface="+mn-lt"/>
                <a:cs typeface="Arial" panose="020B0604020202020204" pitchFamily="34" charset="0"/>
              </a:defRPr>
            </a:lvl1pPr>
          </a:lstStyle>
          <a:p>
            <a:pPr algn="r"/>
            <a:fld id="{5D9A5160-6218-4E5A-B9E6-B93E3DAE377C}" type="slidenum">
              <a:rPr lang="en-US" smtClean="0"/>
              <a:pPr algn="r"/>
              <a:t>‹#›</a:t>
            </a:fld>
            <a:endParaRPr lang="en-US"/>
          </a:p>
        </p:txBody>
      </p:sp>
      <p:sp>
        <p:nvSpPr>
          <p:cNvPr id="5" name="Title Placeholder 4">
            <a:extLst>
              <a:ext uri="{FF2B5EF4-FFF2-40B4-BE49-F238E27FC236}">
                <a16:creationId xmlns:a16="http://schemas.microsoft.com/office/drawing/2014/main" id="{D28F27D4-FFE2-4FAB-BA1B-9D013846C4B7}"/>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US"/>
              <a:t>Click to edit Master title style</a:t>
            </a:r>
            <a:endParaRPr lang="de-DE"/>
          </a:p>
        </p:txBody>
      </p:sp>
      <p:sp>
        <p:nvSpPr>
          <p:cNvPr id="19" name="Footer Placeholder 9">
            <a:extLst>
              <a:ext uri="{FF2B5EF4-FFF2-40B4-BE49-F238E27FC236}">
                <a16:creationId xmlns:a16="http://schemas.microsoft.com/office/drawing/2014/main" id="{D3809B95-B2AA-47A9-8F86-88BF7BDE32FD}"/>
              </a:ext>
            </a:extLst>
          </p:cNvPr>
          <p:cNvSpPr>
            <a:spLocks noGrp="1"/>
          </p:cNvSpPr>
          <p:nvPr>
            <p:ph type="ftr" sz="quarter" idx="3"/>
          </p:nvPr>
        </p:nvSpPr>
        <p:spPr>
          <a:xfrm>
            <a:off x="550863" y="6650661"/>
            <a:ext cx="4716524" cy="123111"/>
          </a:xfrm>
          <a:prstGeom prst="rect">
            <a:avLst/>
          </a:prstGeom>
        </p:spPr>
        <p:txBody>
          <a:bodyPr wrap="none" lIns="0" tIns="0" rIns="0" bIns="0" anchor="ctr" anchorCtr="0">
            <a:noAutofit/>
          </a:bodyPr>
          <a:lstStyle>
            <a:lvl1pPr>
              <a:defRPr lang="de-DE" sz="800">
                <a:solidFill>
                  <a:schemeClr val="bg1">
                    <a:lumMod val="65000"/>
                  </a:schemeClr>
                </a:solidFill>
              </a:defRPr>
            </a:lvl1pPr>
          </a:lstStyle>
          <a:p>
            <a:pPr>
              <a:spcBef>
                <a:spcPts val="1000"/>
              </a:spcBef>
              <a:buFont typeface="Arial" panose="020B0604020202020204" pitchFamily="34" charset="0"/>
              <a:buNone/>
            </a:pPr>
            <a:r>
              <a:rPr lang="en-US"/>
              <a:t>Presentation Title | Author | Date</a:t>
            </a:r>
          </a:p>
        </p:txBody>
      </p:sp>
      <p:sp>
        <p:nvSpPr>
          <p:cNvPr id="20" name="Stickerbox" hidden="1">
            <a:extLst>
              <a:ext uri="{FF2B5EF4-FFF2-40B4-BE49-F238E27FC236}">
                <a16:creationId xmlns:a16="http://schemas.microsoft.com/office/drawing/2014/main" id="{D03A9799-ACDC-4925-8EE1-5C65CCCBD0FA}"/>
              </a:ext>
            </a:extLst>
          </p:cNvPr>
          <p:cNvSpPr>
            <a:spLocks noChangeArrowheads="1"/>
          </p:cNvSpPr>
          <p:nvPr userDrawn="1"/>
        </p:nvSpPr>
        <p:spPr bwMode="gray">
          <a:xfrm>
            <a:off x="11114363" y="1124744"/>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userDrawn="1"/>
        </p:nvSpPr>
        <p:spPr>
          <a:xfrm>
            <a:off x="9592" y="0"/>
            <a:ext cx="1837661" cy="260350"/>
          </a:xfrm>
          <a:prstGeom prst="rect">
            <a:avLst/>
          </a:prstGeom>
        </p:spPr>
        <p:txBody>
          <a:bodyPr vert="horz" lIns="0" tIns="0" rIns="18000" bIns="0" rtlCol="0">
            <a:normAutofit fontScale="92500"/>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Capgemini </a:t>
            </a:r>
            <a:r>
              <a:rPr lang="fr-FR" err="1"/>
              <a:t>Invent</a:t>
            </a:r>
            <a:r>
              <a:rPr lang="fr-FR"/>
              <a:t> v10.0</a:t>
            </a:r>
          </a:p>
        </p:txBody>
      </p:sp>
      <p:sp>
        <p:nvSpPr>
          <p:cNvPr id="29" name="FootnoteAndSource" hidden="1">
            <a:extLst>
              <a:ext uri="{FF2B5EF4-FFF2-40B4-BE49-F238E27FC236}">
                <a16:creationId xmlns:a16="http://schemas.microsoft.com/office/drawing/2014/main" id="{96E9BC24-418C-4CE4-8E81-3AF9AB04DEAA}"/>
              </a:ext>
            </a:extLst>
          </p:cNvPr>
          <p:cNvSpPr txBox="1"/>
          <p:nvPr userDrawn="1"/>
        </p:nvSpPr>
        <p:spPr>
          <a:xfrm>
            <a:off x="545323"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a:t>	Source:	Source Text</a:t>
            </a:r>
          </a:p>
        </p:txBody>
      </p:sp>
      <p:grpSp>
        <p:nvGrpSpPr>
          <p:cNvPr id="3" name="Group 37">
            <a:extLst>
              <a:ext uri="{FF2B5EF4-FFF2-40B4-BE49-F238E27FC236}">
                <a16:creationId xmlns:a16="http://schemas.microsoft.com/office/drawing/2014/main" id="{9962DC9F-19EF-0160-1ECB-38EA543386E4}"/>
              </a:ext>
            </a:extLst>
          </p:cNvPr>
          <p:cNvGrpSpPr/>
          <p:nvPr userDrawn="1"/>
        </p:nvGrpSpPr>
        <p:grpSpPr>
          <a:xfrm>
            <a:off x="11770322" y="176700"/>
            <a:ext cx="260230" cy="240782"/>
            <a:chOff x="5481638" y="2859088"/>
            <a:chExt cx="1231900" cy="1139825"/>
          </a:xfrm>
          <a:solidFill>
            <a:schemeClr val="tx2"/>
          </a:solidFill>
        </p:grpSpPr>
        <p:sp>
          <p:nvSpPr>
            <p:cNvPr id="6" name="Freeform 320">
              <a:extLst>
                <a:ext uri="{FF2B5EF4-FFF2-40B4-BE49-F238E27FC236}">
                  <a16:creationId xmlns:a16="http://schemas.microsoft.com/office/drawing/2014/main" id="{9EB66FFA-57EA-AE57-615D-D19F28A47239}"/>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 name="Freeform 321">
              <a:extLst>
                <a:ext uri="{FF2B5EF4-FFF2-40B4-BE49-F238E27FC236}">
                  <a16:creationId xmlns:a16="http://schemas.microsoft.com/office/drawing/2014/main" id="{FF39CD59-7E45-33C5-FA77-E50FFA28B646}"/>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Text Placeholder 1">
            <a:extLst>
              <a:ext uri="{FF2B5EF4-FFF2-40B4-BE49-F238E27FC236}">
                <a16:creationId xmlns:a16="http://schemas.microsoft.com/office/drawing/2014/main" id="{156439DF-44D6-437D-43F8-6C05612D6564}"/>
              </a:ext>
            </a:extLst>
          </p:cNvPr>
          <p:cNvSpPr>
            <a:spLocks noGrp="1"/>
          </p:cNvSpPr>
          <p:nvPr>
            <p:ph type="body" idx="1"/>
          </p:nvPr>
        </p:nvSpPr>
        <p:spPr>
          <a:xfrm>
            <a:off x="551384" y="1628800"/>
            <a:ext cx="11090938" cy="46686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Tree>
    <p:extLst>
      <p:ext uri="{BB962C8B-B14F-4D97-AF65-F5344CB8AC3E}">
        <p14:creationId xmlns:p14="http://schemas.microsoft.com/office/powerpoint/2010/main" val="164125630"/>
      </p:ext>
    </p:extLst>
  </p:cSld>
  <p:clrMap bg1="lt1" tx1="dk1" bg2="lt2" tx2="dk2" accent1="accent1" accent2="accent2" accent3="accent3" accent4="accent4" accent5="accent5" accent6="accent6" hlink="hlink" folHlink="folHlink"/>
  <p:sldLayoutIdLst>
    <p:sldLayoutId id="2147483860" r:id="rId1"/>
    <p:sldLayoutId id="2147484008" r:id="rId2"/>
    <p:sldLayoutId id="2147484007" r:id="rId3"/>
    <p:sldLayoutId id="2147483823" r:id="rId4"/>
    <p:sldLayoutId id="2147483826" r:id="rId5"/>
    <p:sldLayoutId id="2147483827" r:id="rId6"/>
    <p:sldLayoutId id="2147483869" r:id="rId7"/>
    <p:sldLayoutId id="2147483829" r:id="rId8"/>
    <p:sldLayoutId id="2147483870" r:id="rId9"/>
    <p:sldLayoutId id="2147483831" r:id="rId10"/>
    <p:sldLayoutId id="2147483871" r:id="rId11"/>
    <p:sldLayoutId id="2147483833" r:id="rId12"/>
    <p:sldLayoutId id="2147483872" r:id="rId13"/>
    <p:sldLayoutId id="2147483835" r:id="rId14"/>
    <p:sldLayoutId id="2147483873" r:id="rId15"/>
    <p:sldLayoutId id="2147483837" r:id="rId16"/>
    <p:sldLayoutId id="2147483874" r:id="rId17"/>
    <p:sldLayoutId id="2147483838" r:id="rId18"/>
    <p:sldLayoutId id="2147483875" r:id="rId19"/>
    <p:sldLayoutId id="2147483840" r:id="rId20"/>
    <p:sldLayoutId id="2147483876" r:id="rId21"/>
    <p:sldLayoutId id="2147483842" r:id="rId22"/>
    <p:sldLayoutId id="2147483877" r:id="rId23"/>
    <p:sldLayoutId id="2147483844" r:id="rId24"/>
    <p:sldLayoutId id="2147483878" r:id="rId25"/>
    <p:sldLayoutId id="2147483845" r:id="rId26"/>
    <p:sldLayoutId id="2147483879" r:id="rId27"/>
    <p:sldLayoutId id="2147483847" r:id="rId28"/>
    <p:sldLayoutId id="2147483880" r:id="rId29"/>
    <p:sldLayoutId id="2147483848" r:id="rId30"/>
    <p:sldLayoutId id="2147483849" r:id="rId31"/>
    <p:sldLayoutId id="2147483858" r:id="rId32"/>
    <p:sldLayoutId id="2147483859" r:id="rId33"/>
    <p:sldLayoutId id="2147484009" r:id="rId34"/>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de-DE" sz="3200" b="0" i="0" u="none" strike="noStrike" kern="1200" cap="none" spc="0" normalizeH="0" baseline="0" noProof="0" dirty="0">
          <a:ln>
            <a:noFill/>
          </a:ln>
          <a:solidFill>
            <a:schemeClr val="tx1"/>
          </a:solidFill>
          <a:effectLst/>
          <a:uLnTx/>
          <a:uFillTx/>
          <a:latin typeface="+mj-lt"/>
          <a:ea typeface="+mj-ea"/>
          <a:cs typeface="+mj-cs"/>
        </a:defRPr>
      </a:lvl1pPr>
    </p:titleStyle>
    <p:body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2"/>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4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709">
          <p15:clr>
            <a:srgbClr val="F26B43"/>
          </p15:clr>
        </p15:guide>
        <p15:guide id="19" orient="horz" pos="4065">
          <p15:clr>
            <a:srgbClr val="F26B43"/>
          </p15:clr>
        </p15:guide>
        <p15:guide id="20" pos="347">
          <p15:clr>
            <a:srgbClr val="F26B43"/>
          </p15:clr>
        </p15:guide>
        <p15:guide id="21" pos="3840">
          <p15:clr>
            <a:srgbClr val="F26B43"/>
          </p15:clr>
        </p15:guide>
        <p15:guide id="22" pos="7333">
          <p15:clr>
            <a:srgbClr val="F26B43"/>
          </p15:clr>
        </p15:guide>
        <p15:guide id="23" orient="horz" pos="164">
          <p15:clr>
            <a:srgbClr val="F26B43"/>
          </p15:clr>
        </p15:guide>
        <p15:guide id="24" orient="horz" pos="1026">
          <p15:clr>
            <a:srgbClr val="F26B43"/>
          </p15:clr>
        </p15:guide>
        <p15:guide id="25" orient="horz" pos="34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14.png"/><Relationship Id="rId2" Type="http://schemas.openxmlformats.org/officeDocument/2006/relationships/diagramData" Target="../diagrams/data1.xml"/><Relationship Id="rId1" Type="http://schemas.openxmlformats.org/officeDocument/2006/relationships/slideLayout" Target="../slideLayouts/slideLayout1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sv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hyperlink" Target="https://www-pub.iaea.org/MTCD/Publications/PubDetAR.asp?pubId=3786" TargetMode="External"/><Relationship Id="rId1" Type="http://schemas.openxmlformats.org/officeDocument/2006/relationships/slideLayout" Target="../slideLayouts/slideLayout3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E660EB-AA96-A36A-AB26-C98A5EF19DED}"/>
            </a:ext>
          </a:extLst>
        </p:cNvPr>
        <p:cNvGrpSpPr/>
        <p:nvPr/>
      </p:nvGrpSpPr>
      <p:grpSpPr>
        <a:xfrm>
          <a:off x="0" y="0"/>
          <a:ext cx="0" cy="0"/>
          <a:chOff x="0" y="0"/>
          <a:chExt cx="0" cy="0"/>
        </a:xfrm>
      </p:grpSpPr>
      <p:sp>
        <p:nvSpPr>
          <p:cNvPr id="26" name="Date Placeholder 25">
            <a:extLst>
              <a:ext uri="{FF2B5EF4-FFF2-40B4-BE49-F238E27FC236}">
                <a16:creationId xmlns:a16="http://schemas.microsoft.com/office/drawing/2014/main" id="{1F3761F2-0080-803D-4A06-0737A50C57EE}"/>
              </a:ext>
            </a:extLst>
          </p:cNvPr>
          <p:cNvSpPr>
            <a:spLocks noGrp="1"/>
          </p:cNvSpPr>
          <p:nvPr>
            <p:ph type="dt" sz="half" idx="24"/>
          </p:nvPr>
        </p:nvSpPr>
        <p:spPr>
          <a:xfrm>
            <a:off x="9809927" y="6650661"/>
            <a:ext cx="1831210" cy="123111"/>
          </a:xfrm>
        </p:spPr>
        <p:txBody>
          <a:bodyPr wrap="none" lIns="0" tIns="0" rIns="0" bIns="0" anchor="ctr" anchorCtr="0">
            <a:normAutofit/>
          </a:bodyPr>
          <a:lstStyle/>
          <a:p>
            <a:pPr>
              <a:spcBef>
                <a:spcPts val="1000"/>
              </a:spcBef>
            </a:pPr>
            <a:r>
              <a:rPr lang="en-US" kern="1200">
                <a:latin typeface="+mn-lt"/>
                <a:ea typeface="+mn-ea"/>
                <a:cs typeface="+mn-cs"/>
              </a:rPr>
              <a:t>Company Confidential © Capgemini 2026. All rights reserved.</a:t>
            </a:r>
          </a:p>
        </p:txBody>
      </p:sp>
      <p:sp>
        <p:nvSpPr>
          <p:cNvPr id="27" name="Footer Placeholder 26">
            <a:extLst>
              <a:ext uri="{FF2B5EF4-FFF2-40B4-BE49-F238E27FC236}">
                <a16:creationId xmlns:a16="http://schemas.microsoft.com/office/drawing/2014/main" id="{3E56202C-5B2D-99F6-7B01-54C59BE2F566}"/>
              </a:ext>
            </a:extLst>
          </p:cNvPr>
          <p:cNvSpPr>
            <a:spLocks noGrp="1"/>
          </p:cNvSpPr>
          <p:nvPr>
            <p:ph type="ftr" sz="quarter" idx="25"/>
          </p:nvPr>
        </p:nvSpPr>
        <p:spPr>
          <a:xfrm>
            <a:off x="550863" y="6650661"/>
            <a:ext cx="4716524" cy="123111"/>
          </a:xfrm>
        </p:spPr>
        <p:txBody>
          <a:bodyPr wrap="none" lIns="0" tIns="0" rIns="0" bIns="0" anchor="ctr" anchorCtr="0">
            <a:normAutofit/>
          </a:bodyPr>
          <a:lstStyle/>
          <a:p>
            <a:pPr>
              <a:spcBef>
                <a:spcPts val="1000"/>
              </a:spcBef>
            </a:pPr>
            <a:r>
              <a:rPr lang="en-US" kern="1200">
                <a:latin typeface="+mn-lt"/>
                <a:ea typeface="+mn-ea"/>
                <a:cs typeface="+mn-cs"/>
              </a:rPr>
              <a:t>Watt Agents | shruti Kate | </a:t>
            </a:r>
            <a:r>
              <a:rPr lang="en-US"/>
              <a:t>26/03/2026</a:t>
            </a:r>
            <a:endParaRPr lang="en-US" kern="1200">
              <a:latin typeface="+mn-lt"/>
              <a:ea typeface="+mn-ea"/>
              <a:cs typeface="+mn-cs"/>
            </a:endParaRPr>
          </a:p>
        </p:txBody>
      </p:sp>
      <p:sp>
        <p:nvSpPr>
          <p:cNvPr id="28" name="Slide Number Placeholder 27">
            <a:extLst>
              <a:ext uri="{FF2B5EF4-FFF2-40B4-BE49-F238E27FC236}">
                <a16:creationId xmlns:a16="http://schemas.microsoft.com/office/drawing/2014/main" id="{E5A23704-84CD-0E2E-A325-BD929F3CBCC3}"/>
              </a:ext>
            </a:extLst>
          </p:cNvPr>
          <p:cNvSpPr>
            <a:spLocks noGrp="1"/>
          </p:cNvSpPr>
          <p:nvPr>
            <p:ph type="sldNum" sz="quarter" idx="26"/>
          </p:nvPr>
        </p:nvSpPr>
        <p:spPr>
          <a:xfrm>
            <a:off x="11778341" y="6650661"/>
            <a:ext cx="232665" cy="123111"/>
          </a:xfrm>
        </p:spPr>
        <p:txBody>
          <a:bodyPr wrap="square" lIns="0" tIns="0" rIns="0" bIns="0" anchor="ctr" anchorCtr="0">
            <a:normAutofit/>
          </a:bodyPr>
          <a:lstStyle/>
          <a:p>
            <a:pPr algn="r">
              <a:spcAft>
                <a:spcPts val="600"/>
              </a:spcAft>
            </a:pPr>
            <a:fld id="{5D9A5160-6218-4E5A-B9E6-B93E3DAE377C}" type="slidenum">
              <a:rPr lang="en-US" smtClean="0"/>
              <a:pPr algn="r">
                <a:spcAft>
                  <a:spcPts val="600"/>
                </a:spcAft>
              </a:pPr>
              <a:t>1</a:t>
            </a:fld>
            <a:endParaRPr lang="en-US"/>
          </a:p>
        </p:txBody>
      </p:sp>
      <p:sp>
        <p:nvSpPr>
          <p:cNvPr id="8" name="Title 7">
            <a:extLst>
              <a:ext uri="{FF2B5EF4-FFF2-40B4-BE49-F238E27FC236}">
                <a16:creationId xmlns:a16="http://schemas.microsoft.com/office/drawing/2014/main" id="{0F633997-1553-8599-836B-AFA29F1FCD4D}"/>
              </a:ext>
            </a:extLst>
          </p:cNvPr>
          <p:cNvSpPr>
            <a:spLocks noGrp="1"/>
          </p:cNvSpPr>
          <p:nvPr>
            <p:ph type="title"/>
          </p:nvPr>
        </p:nvSpPr>
        <p:spPr>
          <a:xfrm>
            <a:off x="551384" y="361978"/>
            <a:ext cx="7920880" cy="930372"/>
          </a:xfrm>
        </p:spPr>
        <p:txBody>
          <a:bodyPr vert="horz" lIns="0" tIns="0" rIns="0" bIns="126000" rtlCol="0" anchor="b" anchorCtr="0">
            <a:normAutofit fontScale="90000"/>
          </a:bodyPr>
          <a:lstStyle/>
          <a:p>
            <a:pPr algn="ctr"/>
            <a:r>
              <a:rPr lang="en-US" b="1">
                <a:solidFill>
                  <a:schemeClr val="accent1"/>
                </a:solidFill>
                <a:latin typeface="Segoe UI"/>
                <a:cs typeface="Segoe UI"/>
              </a:rPr>
              <a:t>Team Watt Agents</a:t>
            </a:r>
            <a:br>
              <a:rPr lang="en-US" b="1">
                <a:solidFill>
                  <a:schemeClr val="accent1"/>
                </a:solidFill>
                <a:latin typeface="Segoe UI"/>
                <a:cs typeface="Segoe UI"/>
              </a:rPr>
            </a:br>
            <a:br>
              <a:rPr lang="en-US" b="1">
                <a:solidFill>
                  <a:schemeClr val="accent1"/>
                </a:solidFill>
                <a:latin typeface="Segoe UI"/>
                <a:cs typeface="Segoe UI"/>
              </a:rPr>
            </a:br>
            <a:r>
              <a:rPr lang="en-US" b="1">
                <a:solidFill>
                  <a:schemeClr val="accent1"/>
                </a:solidFill>
                <a:latin typeface="Segoe UI"/>
                <a:cs typeface="Segoe UI"/>
              </a:rPr>
              <a:t>Real-time resilience Approach</a:t>
            </a:r>
            <a:endParaRPr lang="en-US">
              <a:solidFill>
                <a:schemeClr val="accent1"/>
              </a:solidFill>
            </a:endParaRPr>
          </a:p>
        </p:txBody>
      </p:sp>
      <p:graphicFrame>
        <p:nvGraphicFramePr>
          <p:cNvPr id="51" name="Content Placeholder 50">
            <a:extLst>
              <a:ext uri="{FF2B5EF4-FFF2-40B4-BE49-F238E27FC236}">
                <a16:creationId xmlns:a16="http://schemas.microsoft.com/office/drawing/2014/main" id="{E270F0B6-66EA-2F5F-93C8-B623288BAD86}"/>
              </a:ext>
            </a:extLst>
          </p:cNvPr>
          <p:cNvGraphicFramePr>
            <a:graphicFrameLocks noGrp="1"/>
          </p:cNvGraphicFramePr>
          <p:nvPr>
            <p:ph sz="quarter" idx="28"/>
            <p:extLst>
              <p:ext uri="{D42A27DB-BD31-4B8C-83A1-F6EECF244321}">
                <p14:modId xmlns:p14="http://schemas.microsoft.com/office/powerpoint/2010/main" val="3016382528"/>
              </p:ext>
            </p:extLst>
          </p:nvPr>
        </p:nvGraphicFramePr>
        <p:xfrm>
          <a:off x="9264650" y="2133600"/>
          <a:ext cx="2376488" cy="42068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TextBox 1">
            <a:extLst>
              <a:ext uri="{FF2B5EF4-FFF2-40B4-BE49-F238E27FC236}">
                <a16:creationId xmlns:a16="http://schemas.microsoft.com/office/drawing/2014/main" id="{2DDC3D0B-C295-71B1-3222-9536F1C55424}"/>
              </a:ext>
            </a:extLst>
          </p:cNvPr>
          <p:cNvSpPr txBox="1"/>
          <p:nvPr/>
        </p:nvSpPr>
        <p:spPr>
          <a:xfrm>
            <a:off x="9264351" y="1634285"/>
            <a:ext cx="2376787" cy="307777"/>
          </a:xfrm>
          <a:prstGeom prst="rect">
            <a:avLst/>
          </a:prstGeom>
        </p:spPr>
        <p:txBody>
          <a:bodyPr vert="horz" wrap="square" lIns="0" tIns="0" rIns="0" bIns="0" rtlCol="0">
            <a:normAutofit/>
          </a:bodyPr>
          <a:lstStyle/>
          <a:p>
            <a:pPr>
              <a:lnSpc>
                <a:spcPct val="90000"/>
              </a:lnSpc>
              <a:spcBef>
                <a:spcPts val="1800"/>
              </a:spcBef>
            </a:pPr>
            <a:r>
              <a:rPr lang="en-US" sz="1400" b="1">
                <a:solidFill>
                  <a:schemeClr val="bg1"/>
                </a:solidFill>
              </a:rPr>
              <a:t>Team Watt agents</a:t>
            </a:r>
            <a:endParaRPr lang="en-US" sz="1400" b="1" kern="1200">
              <a:solidFill>
                <a:schemeClr val="bg1"/>
              </a:solidFill>
              <a:latin typeface="+mn-lt"/>
              <a:ea typeface="+mn-ea"/>
              <a:cs typeface="+mn-cs"/>
            </a:endParaRPr>
          </a:p>
        </p:txBody>
      </p:sp>
      <p:sp>
        <p:nvSpPr>
          <p:cNvPr id="3" name="TextBox 2">
            <a:extLst>
              <a:ext uri="{FF2B5EF4-FFF2-40B4-BE49-F238E27FC236}">
                <a16:creationId xmlns:a16="http://schemas.microsoft.com/office/drawing/2014/main" id="{C96CD1B1-1DC2-51B4-1367-2A674C80151B}"/>
              </a:ext>
            </a:extLst>
          </p:cNvPr>
          <p:cNvSpPr txBox="1"/>
          <p:nvPr/>
        </p:nvSpPr>
        <p:spPr>
          <a:xfrm>
            <a:off x="9264350" y="2375358"/>
            <a:ext cx="2746655" cy="3787833"/>
          </a:xfrm>
          <a:prstGeom prst="rect">
            <a:avLst/>
          </a:prstGeom>
          <a:noFill/>
        </p:spPr>
        <p:txBody>
          <a:bodyPr vert="horz" wrap="square" lIns="90000" tIns="46800" rIns="90000" bIns="46800" rtlCol="0" anchor="ctr">
            <a:spAutoFit/>
          </a:bodyPr>
          <a:lstStyle/>
          <a:p>
            <a:pPr algn="l">
              <a:spcBef>
                <a:spcPct val="0"/>
              </a:spcBef>
            </a:pPr>
            <a:r>
              <a:rPr lang="en-US" sz="1600">
                <a:solidFill>
                  <a:schemeClr val="bg1"/>
                </a:solidFill>
              </a:rPr>
              <a:t>Shruti Kate</a:t>
            </a:r>
          </a:p>
          <a:p>
            <a:pPr algn="l">
              <a:spcBef>
                <a:spcPct val="0"/>
              </a:spcBef>
            </a:pPr>
            <a:endParaRPr lang="en-US" sz="1600">
              <a:solidFill>
                <a:schemeClr val="bg1"/>
              </a:solidFill>
            </a:endParaRPr>
          </a:p>
          <a:p>
            <a:pPr algn="l">
              <a:spcBef>
                <a:spcPct val="0"/>
              </a:spcBef>
            </a:pPr>
            <a:r>
              <a:rPr lang="en-US" sz="1600">
                <a:solidFill>
                  <a:schemeClr val="bg1"/>
                </a:solidFill>
              </a:rPr>
              <a:t>Amar Shikhar</a:t>
            </a:r>
          </a:p>
          <a:p>
            <a:pPr algn="l">
              <a:spcBef>
                <a:spcPct val="0"/>
              </a:spcBef>
            </a:pPr>
            <a:endParaRPr lang="en-US" sz="1600">
              <a:solidFill>
                <a:schemeClr val="bg1"/>
              </a:solidFill>
            </a:endParaRPr>
          </a:p>
          <a:p>
            <a:pPr algn="l">
              <a:spcBef>
                <a:spcPct val="0"/>
              </a:spcBef>
            </a:pPr>
            <a:r>
              <a:rPr lang="en-US" sz="1600">
                <a:solidFill>
                  <a:schemeClr val="bg1"/>
                </a:solidFill>
              </a:rPr>
              <a:t>V, Sreenivas</a:t>
            </a:r>
          </a:p>
          <a:p>
            <a:pPr algn="l">
              <a:spcBef>
                <a:spcPct val="0"/>
              </a:spcBef>
            </a:pPr>
            <a:endParaRPr lang="en-US" sz="1600">
              <a:solidFill>
                <a:schemeClr val="bg1"/>
              </a:solidFill>
            </a:endParaRPr>
          </a:p>
          <a:p>
            <a:pPr algn="l">
              <a:spcBef>
                <a:spcPct val="0"/>
              </a:spcBef>
            </a:pPr>
            <a:r>
              <a:rPr lang="en-US" sz="1600">
                <a:solidFill>
                  <a:schemeClr val="bg1"/>
                </a:solidFill>
              </a:rPr>
              <a:t>Deendayal an Balaji</a:t>
            </a:r>
          </a:p>
          <a:p>
            <a:pPr algn="l">
              <a:spcBef>
                <a:spcPct val="0"/>
              </a:spcBef>
            </a:pPr>
            <a:endParaRPr lang="en-US" sz="1600">
              <a:solidFill>
                <a:schemeClr val="bg1"/>
              </a:solidFill>
            </a:endParaRPr>
          </a:p>
          <a:p>
            <a:pPr algn="l">
              <a:spcBef>
                <a:spcPct val="0"/>
              </a:spcBef>
            </a:pPr>
            <a:r>
              <a:rPr lang="en-US" sz="1600">
                <a:solidFill>
                  <a:schemeClr val="bg1"/>
                </a:solidFill>
              </a:rPr>
              <a:t>M, Navenaa</a:t>
            </a:r>
          </a:p>
          <a:p>
            <a:pPr algn="l">
              <a:spcBef>
                <a:spcPct val="0"/>
              </a:spcBef>
            </a:pPr>
            <a:endParaRPr lang="en-US" sz="1600">
              <a:solidFill>
                <a:schemeClr val="bg1"/>
              </a:solidFill>
            </a:endParaRPr>
          </a:p>
          <a:p>
            <a:pPr algn="l">
              <a:spcBef>
                <a:spcPct val="0"/>
              </a:spcBef>
            </a:pPr>
            <a:r>
              <a:rPr lang="en-US" sz="1600">
                <a:solidFill>
                  <a:schemeClr val="bg1"/>
                </a:solidFill>
              </a:rPr>
              <a:t>Shaji, Vaishak</a:t>
            </a:r>
          </a:p>
          <a:p>
            <a:pPr algn="l">
              <a:spcBef>
                <a:spcPct val="0"/>
              </a:spcBef>
            </a:pPr>
            <a:endParaRPr lang="en-US" sz="1600">
              <a:solidFill>
                <a:schemeClr val="bg1"/>
              </a:solidFill>
            </a:endParaRPr>
          </a:p>
          <a:p>
            <a:pPr algn="l">
              <a:spcBef>
                <a:spcPct val="0"/>
              </a:spcBef>
            </a:pPr>
            <a:endParaRPr lang="en-US" sz="1600">
              <a:solidFill>
                <a:schemeClr val="bg1"/>
              </a:solidFill>
            </a:endParaRPr>
          </a:p>
          <a:p>
            <a:pPr algn="l">
              <a:spcBef>
                <a:spcPct val="0"/>
              </a:spcBef>
            </a:pPr>
            <a:endParaRPr lang="en-US" sz="1600">
              <a:solidFill>
                <a:schemeClr val="bg1"/>
              </a:solidFill>
            </a:endParaRPr>
          </a:p>
          <a:p>
            <a:pPr algn="l">
              <a:spcBef>
                <a:spcPct val="0"/>
              </a:spcBef>
            </a:pPr>
            <a:endParaRPr lang="en-IN" sz="1600" err="1">
              <a:solidFill>
                <a:schemeClr val="bg1"/>
              </a:solidFill>
            </a:endParaRPr>
          </a:p>
        </p:txBody>
      </p:sp>
      <p:sp>
        <p:nvSpPr>
          <p:cNvPr id="7" name="Content Placeholder 6">
            <a:extLst>
              <a:ext uri="{FF2B5EF4-FFF2-40B4-BE49-F238E27FC236}">
                <a16:creationId xmlns:a16="http://schemas.microsoft.com/office/drawing/2014/main" id="{A85A558F-3764-AD2F-56A3-A2E54C5C6116}"/>
              </a:ext>
            </a:extLst>
          </p:cNvPr>
          <p:cNvSpPr>
            <a:spLocks noGrp="1"/>
          </p:cNvSpPr>
          <p:nvPr>
            <p:ph sz="quarter" idx="31"/>
          </p:nvPr>
        </p:nvSpPr>
        <p:spPr>
          <a:xfrm>
            <a:off x="551384" y="1292350"/>
            <a:ext cx="7920880" cy="4674441"/>
          </a:xfrm>
        </p:spPr>
        <p:txBody>
          <a:bodyPr/>
          <a:lstStyle/>
          <a:p>
            <a:pPr algn="ctr"/>
            <a:r>
              <a:rPr lang="en-US" sz="2400" b="1">
                <a:solidFill>
                  <a:srgbClr val="00B050"/>
                </a:solidFill>
              </a:rPr>
              <a:t>PRIPYAT-1986- AN AI Take</a:t>
            </a:r>
          </a:p>
          <a:p>
            <a:pPr algn="ctr"/>
            <a:endParaRPr lang="en-US" sz="2400" b="1">
              <a:solidFill>
                <a:srgbClr val="00B050"/>
              </a:solidFill>
            </a:endParaRPr>
          </a:p>
          <a:p>
            <a:pPr algn="ctr"/>
            <a:endParaRPr lang="en-IN" sz="2400" b="1">
              <a:solidFill>
                <a:srgbClr val="00B050"/>
              </a:solidFill>
            </a:endParaRPr>
          </a:p>
        </p:txBody>
      </p:sp>
      <p:pic>
        <p:nvPicPr>
          <p:cNvPr id="10" name="Picture 9">
            <a:extLst>
              <a:ext uri="{FF2B5EF4-FFF2-40B4-BE49-F238E27FC236}">
                <a16:creationId xmlns:a16="http://schemas.microsoft.com/office/drawing/2014/main" id="{BD6BCAD4-2217-809B-6C33-3E2203219FA4}"/>
              </a:ext>
            </a:extLst>
          </p:cNvPr>
          <p:cNvPicPr>
            <a:picLocks noChangeAspect="1"/>
          </p:cNvPicPr>
          <p:nvPr/>
        </p:nvPicPr>
        <p:blipFill>
          <a:blip r:embed="rId7"/>
          <a:stretch>
            <a:fillRect/>
          </a:stretch>
        </p:blipFill>
        <p:spPr>
          <a:xfrm>
            <a:off x="1164771" y="1683338"/>
            <a:ext cx="6749143" cy="4747005"/>
          </a:xfrm>
          <a:prstGeom prst="rect">
            <a:avLst/>
          </a:prstGeom>
        </p:spPr>
      </p:pic>
    </p:spTree>
    <p:extLst>
      <p:ext uri="{BB962C8B-B14F-4D97-AF65-F5344CB8AC3E}">
        <p14:creationId xmlns:p14="http://schemas.microsoft.com/office/powerpoint/2010/main" val="38267296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C9808D-C88D-B03B-32CF-D2C42857AA53}"/>
            </a:ext>
          </a:extLst>
        </p:cNvPr>
        <p:cNvGrpSpPr/>
        <p:nvPr/>
      </p:nvGrpSpPr>
      <p:grpSpPr>
        <a:xfrm>
          <a:off x="0" y="0"/>
          <a:ext cx="0" cy="0"/>
          <a:chOff x="0" y="0"/>
          <a:chExt cx="0" cy="0"/>
        </a:xfrm>
      </p:grpSpPr>
      <p:sp>
        <p:nvSpPr>
          <p:cNvPr id="28" name="Date Placeholder 27">
            <a:extLst>
              <a:ext uri="{FF2B5EF4-FFF2-40B4-BE49-F238E27FC236}">
                <a16:creationId xmlns:a16="http://schemas.microsoft.com/office/drawing/2014/main" id="{7B068F88-BA31-177A-C2B5-1585FE35BD48}"/>
              </a:ext>
            </a:extLst>
          </p:cNvPr>
          <p:cNvSpPr>
            <a:spLocks noGrp="1"/>
          </p:cNvSpPr>
          <p:nvPr>
            <p:ph type="dt" sz="half" idx="10"/>
          </p:nvPr>
        </p:nvSpPr>
        <p:spPr/>
        <p:txBody>
          <a:bodyPr/>
          <a:lstStyle/>
          <a:p>
            <a:r>
              <a:rPr lang="en-US"/>
              <a:t>Company Confidential © Capgemini 2026. All rights reserved.</a:t>
            </a:r>
          </a:p>
        </p:txBody>
      </p:sp>
      <p:sp>
        <p:nvSpPr>
          <p:cNvPr id="29" name="Footer Placeholder 28">
            <a:extLst>
              <a:ext uri="{FF2B5EF4-FFF2-40B4-BE49-F238E27FC236}">
                <a16:creationId xmlns:a16="http://schemas.microsoft.com/office/drawing/2014/main" id="{0CAC0EBB-B542-A534-D976-2952B8491909}"/>
              </a:ext>
            </a:extLst>
          </p:cNvPr>
          <p:cNvSpPr>
            <a:spLocks noGrp="1"/>
          </p:cNvSpPr>
          <p:nvPr>
            <p:ph type="ftr" sz="quarter" idx="11"/>
          </p:nvPr>
        </p:nvSpPr>
        <p:spPr/>
        <p:txBody>
          <a:bodyPr/>
          <a:lstStyle/>
          <a:p>
            <a:r>
              <a:rPr lang="en-US"/>
              <a:t>Presentation Title | Author | Date</a:t>
            </a:r>
          </a:p>
        </p:txBody>
      </p:sp>
      <p:sp>
        <p:nvSpPr>
          <p:cNvPr id="30" name="Slide Number Placeholder 29">
            <a:extLst>
              <a:ext uri="{FF2B5EF4-FFF2-40B4-BE49-F238E27FC236}">
                <a16:creationId xmlns:a16="http://schemas.microsoft.com/office/drawing/2014/main" id="{56898325-CF5F-AF54-57A9-F3AA68779192}"/>
              </a:ext>
            </a:extLst>
          </p:cNvPr>
          <p:cNvSpPr>
            <a:spLocks noGrp="1"/>
          </p:cNvSpPr>
          <p:nvPr>
            <p:ph type="sldNum" sz="quarter" idx="12"/>
          </p:nvPr>
        </p:nvSpPr>
        <p:spPr/>
        <p:txBody>
          <a:bodyPr/>
          <a:lstStyle/>
          <a:p>
            <a:fld id="{5D9A5160-6218-4E5A-B9E6-B93E3DAE377C}" type="slidenum">
              <a:rPr lang="en-US" smtClean="0"/>
              <a:pPr/>
              <a:t>2</a:t>
            </a:fld>
            <a:endParaRPr lang="en-US"/>
          </a:p>
        </p:txBody>
      </p:sp>
      <p:sp>
        <p:nvSpPr>
          <p:cNvPr id="5" name="TextBox 4">
            <a:extLst>
              <a:ext uri="{FF2B5EF4-FFF2-40B4-BE49-F238E27FC236}">
                <a16:creationId xmlns:a16="http://schemas.microsoft.com/office/drawing/2014/main" id="{0061D679-1850-B0B6-001D-E2E7ADB4F8E3}"/>
              </a:ext>
            </a:extLst>
          </p:cNvPr>
          <p:cNvSpPr txBox="1"/>
          <p:nvPr/>
        </p:nvSpPr>
        <p:spPr>
          <a:xfrm>
            <a:off x="381816" y="1084412"/>
            <a:ext cx="2932462" cy="2344588"/>
          </a:xfrm>
          <a:prstGeom prst="rect">
            <a:avLst/>
          </a:prstGeom>
          <a:noFill/>
        </p:spPr>
        <p:txBody>
          <a:bodyPr vert="horz" wrap="square" lIns="90000" tIns="46800" rIns="90000" bIns="46800" rtlCol="0" anchor="t">
            <a:noAutofit/>
          </a:bodyPr>
          <a:lstStyle/>
          <a:p>
            <a:pPr algn="just">
              <a:lnSpc>
                <a:spcPct val="150000"/>
              </a:lnSpc>
            </a:pPr>
            <a:r>
              <a:rPr lang="en-US" sz="1000" dirty="0">
                <a:solidFill>
                  <a:schemeClr val="bg1"/>
                </a:solidFill>
                <a:ea typeface="+mn-lt"/>
                <a:cs typeface="+mn-lt"/>
              </a:rPr>
              <a:t>PRIPYAT-1986 replays the Chernobyl disaster (April 25–26, 1986) through a 5-agent Azure OpenAI system that monitors live reactor telemetry, detects compound safety violations, and issues automated shutdown and evacuation orders — decisions operators refused to make. Main goal: prove agentic AI prevents catastrophic industrial failure. Key stakeholders: plant operators, IAEA regulators, emergency coordinators, and 49,000 civilian residents of Pripyat.</a:t>
            </a:r>
            <a:endParaRPr lang="en-US" dirty="0">
              <a:solidFill>
                <a:schemeClr val="bg1"/>
              </a:solidFill>
            </a:endParaRPr>
          </a:p>
          <a:p>
            <a:pPr algn="just">
              <a:lnSpc>
                <a:spcPct val="150000"/>
              </a:lnSpc>
              <a:spcBef>
                <a:spcPct val="0"/>
              </a:spcBef>
            </a:pPr>
            <a:endParaRPr lang="en-US" sz="1000" i="1" dirty="0">
              <a:solidFill>
                <a:schemeClr val="bg1"/>
              </a:solidFill>
            </a:endParaRPr>
          </a:p>
        </p:txBody>
      </p:sp>
      <p:sp>
        <p:nvSpPr>
          <p:cNvPr id="7" name="Rounded Rectangle 6">
            <a:extLst>
              <a:ext uri="{FF2B5EF4-FFF2-40B4-BE49-F238E27FC236}">
                <a16:creationId xmlns:a16="http://schemas.microsoft.com/office/drawing/2014/main" id="{3EF55D29-D549-A161-BAC6-AF540E6AF3A6}"/>
              </a:ext>
            </a:extLst>
          </p:cNvPr>
          <p:cNvSpPr/>
          <p:nvPr/>
        </p:nvSpPr>
        <p:spPr>
          <a:xfrm>
            <a:off x="3758242" y="396815"/>
            <a:ext cx="5732370" cy="3810000"/>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11" name="Rectangle 10">
            <a:extLst>
              <a:ext uri="{FF2B5EF4-FFF2-40B4-BE49-F238E27FC236}">
                <a16:creationId xmlns:a16="http://schemas.microsoft.com/office/drawing/2014/main" id="{33711452-3C0B-5481-1F97-7044EA76F04A}"/>
              </a:ext>
            </a:extLst>
          </p:cNvPr>
          <p:cNvSpPr/>
          <p:nvPr/>
        </p:nvSpPr>
        <p:spPr>
          <a:xfrm>
            <a:off x="3657600" y="396690"/>
            <a:ext cx="5486400" cy="219990"/>
          </a:xfrm>
          <a:prstGeom prst="rect">
            <a:avLst/>
          </a:prstGeom>
          <a:gradFill flip="none" rotWithShape="1">
            <a:gsLst>
              <a:gs pos="0">
                <a:schemeClr val="bg1">
                  <a:lumMod val="95000"/>
                </a:schemeClr>
              </a:gs>
              <a:gs pos="74000">
                <a:schemeClr val="accent1">
                  <a:lumMod val="45000"/>
                  <a:lumOff val="55000"/>
                </a:schemeClr>
              </a:gs>
              <a:gs pos="83000">
                <a:schemeClr val="accent1">
                  <a:lumMod val="60000"/>
                  <a:lumOff val="40000"/>
                </a:schemeClr>
              </a:gs>
              <a:gs pos="100000">
                <a:schemeClr val="tx2"/>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3" name="TextBox 12">
            <a:extLst>
              <a:ext uri="{FF2B5EF4-FFF2-40B4-BE49-F238E27FC236}">
                <a16:creationId xmlns:a16="http://schemas.microsoft.com/office/drawing/2014/main" id="{2948CA3B-B98D-E8B9-3B80-B6C20CD6914A}"/>
              </a:ext>
            </a:extLst>
          </p:cNvPr>
          <p:cNvSpPr txBox="1"/>
          <p:nvPr/>
        </p:nvSpPr>
        <p:spPr>
          <a:xfrm>
            <a:off x="3681933" y="374789"/>
            <a:ext cx="585715"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WHAT</a:t>
            </a:r>
          </a:p>
        </p:txBody>
      </p:sp>
      <p:sp>
        <p:nvSpPr>
          <p:cNvPr id="14" name="Rounded Rectangle 13">
            <a:extLst>
              <a:ext uri="{FF2B5EF4-FFF2-40B4-BE49-F238E27FC236}">
                <a16:creationId xmlns:a16="http://schemas.microsoft.com/office/drawing/2014/main" id="{D34C0E58-2B38-D9D4-F6DD-CA95D28EBBB5}"/>
              </a:ext>
            </a:extLst>
          </p:cNvPr>
          <p:cNvSpPr/>
          <p:nvPr/>
        </p:nvSpPr>
        <p:spPr>
          <a:xfrm>
            <a:off x="9474085" y="152403"/>
            <a:ext cx="2717916" cy="6217517"/>
          </a:xfrm>
          <a:prstGeom prst="roundRect">
            <a:avLst>
              <a:gd name="adj" fmla="val 5069"/>
            </a:avLst>
          </a:prstGeom>
          <a:solidFill>
            <a:schemeClr val="accent1"/>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15" name="Rectangle 14">
            <a:extLst>
              <a:ext uri="{FF2B5EF4-FFF2-40B4-BE49-F238E27FC236}">
                <a16:creationId xmlns:a16="http://schemas.microsoft.com/office/drawing/2014/main" id="{AE6A3EFB-E7B0-980A-9BEA-4349A481291A}"/>
              </a:ext>
            </a:extLst>
          </p:cNvPr>
          <p:cNvSpPr/>
          <p:nvPr/>
        </p:nvSpPr>
        <p:spPr>
          <a:xfrm>
            <a:off x="9474084" y="396694"/>
            <a:ext cx="2468880" cy="219990"/>
          </a:xfrm>
          <a:prstGeom prst="rect">
            <a:avLst/>
          </a:prstGeom>
          <a:gradFill flip="none" rotWithShape="1">
            <a:gsLst>
              <a:gs pos="0">
                <a:schemeClr val="bg1">
                  <a:lumMod val="95000"/>
                </a:schemeClr>
              </a:gs>
              <a:gs pos="74000">
                <a:schemeClr val="accent3">
                  <a:lumMod val="50000"/>
                  <a:lumOff val="50000"/>
                </a:schemeClr>
              </a:gs>
              <a:gs pos="83000">
                <a:schemeClr val="accent3">
                  <a:lumMod val="75000"/>
                  <a:lumOff val="25000"/>
                </a:schemeClr>
              </a:gs>
              <a:gs pos="100000">
                <a:schemeClr val="accent3">
                  <a:lumMod val="75000"/>
                  <a:lumOff val="25000"/>
                </a:schemeClr>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6" name="TextBox 15">
            <a:extLst>
              <a:ext uri="{FF2B5EF4-FFF2-40B4-BE49-F238E27FC236}">
                <a16:creationId xmlns:a16="http://schemas.microsoft.com/office/drawing/2014/main" id="{9DCC833A-4C32-72B6-28BE-FFC9FDD37DBE}"/>
              </a:ext>
            </a:extLst>
          </p:cNvPr>
          <p:cNvSpPr txBox="1"/>
          <p:nvPr/>
        </p:nvSpPr>
        <p:spPr>
          <a:xfrm>
            <a:off x="9498824" y="360487"/>
            <a:ext cx="497550"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WHY</a:t>
            </a:r>
          </a:p>
        </p:txBody>
      </p:sp>
      <p:sp>
        <p:nvSpPr>
          <p:cNvPr id="17" name="Rounded Rectangle 16">
            <a:extLst>
              <a:ext uri="{FF2B5EF4-FFF2-40B4-BE49-F238E27FC236}">
                <a16:creationId xmlns:a16="http://schemas.microsoft.com/office/drawing/2014/main" id="{67809C81-A2BB-0053-E829-1A7A06436F06}"/>
              </a:ext>
            </a:extLst>
          </p:cNvPr>
          <p:cNvSpPr/>
          <p:nvPr/>
        </p:nvSpPr>
        <p:spPr>
          <a:xfrm>
            <a:off x="6946574" y="4095576"/>
            <a:ext cx="2682842" cy="2344588"/>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18" name="Rectangle 17">
            <a:extLst>
              <a:ext uri="{FF2B5EF4-FFF2-40B4-BE49-F238E27FC236}">
                <a16:creationId xmlns:a16="http://schemas.microsoft.com/office/drawing/2014/main" id="{BD0C65E4-4EA2-695A-0974-696F98D3C9D6}"/>
              </a:ext>
            </a:extLst>
          </p:cNvPr>
          <p:cNvSpPr/>
          <p:nvPr/>
        </p:nvSpPr>
        <p:spPr>
          <a:xfrm>
            <a:off x="6945617" y="4237285"/>
            <a:ext cx="1737360" cy="219456"/>
          </a:xfrm>
          <a:prstGeom prst="rect">
            <a:avLst/>
          </a:prstGeom>
          <a:gradFill flip="none" rotWithShape="1">
            <a:gsLst>
              <a:gs pos="0">
                <a:schemeClr val="bg1">
                  <a:lumMod val="95000"/>
                </a:schemeClr>
              </a:gs>
              <a:gs pos="74000">
                <a:schemeClr val="accent4"/>
              </a:gs>
              <a:gs pos="83000">
                <a:schemeClr val="accent4">
                  <a:lumMod val="75000"/>
                </a:schemeClr>
              </a:gs>
              <a:gs pos="100000">
                <a:schemeClr val="accent4">
                  <a:lumMod val="75000"/>
                </a:schemeClr>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 name="TextBox 18">
            <a:extLst>
              <a:ext uri="{FF2B5EF4-FFF2-40B4-BE49-F238E27FC236}">
                <a16:creationId xmlns:a16="http://schemas.microsoft.com/office/drawing/2014/main" id="{45FC420C-7A76-1641-1513-CB1BB17113EC}"/>
              </a:ext>
            </a:extLst>
          </p:cNvPr>
          <p:cNvSpPr txBox="1"/>
          <p:nvPr/>
        </p:nvSpPr>
        <p:spPr>
          <a:xfrm>
            <a:off x="7492340" y="4233416"/>
            <a:ext cx="521594"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WHO</a:t>
            </a:r>
          </a:p>
        </p:txBody>
      </p:sp>
      <p:sp>
        <p:nvSpPr>
          <p:cNvPr id="20" name="Rounded Rectangle 19">
            <a:extLst>
              <a:ext uri="{FF2B5EF4-FFF2-40B4-BE49-F238E27FC236}">
                <a16:creationId xmlns:a16="http://schemas.microsoft.com/office/drawing/2014/main" id="{75F2B3CD-0104-AC57-AF27-E39485AE5646}"/>
              </a:ext>
            </a:extLst>
          </p:cNvPr>
          <p:cNvSpPr/>
          <p:nvPr/>
        </p:nvSpPr>
        <p:spPr>
          <a:xfrm>
            <a:off x="259148" y="4025333"/>
            <a:ext cx="6513547" cy="2625328"/>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21" name="Rectangle 20">
            <a:extLst>
              <a:ext uri="{FF2B5EF4-FFF2-40B4-BE49-F238E27FC236}">
                <a16:creationId xmlns:a16="http://schemas.microsoft.com/office/drawing/2014/main" id="{A6CD3C9A-FACF-2625-5F64-D30C21608F62}"/>
              </a:ext>
            </a:extLst>
          </p:cNvPr>
          <p:cNvSpPr/>
          <p:nvPr/>
        </p:nvSpPr>
        <p:spPr>
          <a:xfrm>
            <a:off x="249250" y="4035291"/>
            <a:ext cx="6434567" cy="454322"/>
          </a:xfrm>
          <a:prstGeom prst="rect">
            <a:avLst/>
          </a:prstGeom>
          <a:gradFill flip="none" rotWithShape="1">
            <a:gsLst>
              <a:gs pos="0">
                <a:schemeClr val="bg1">
                  <a:lumMod val="95000"/>
                </a:schemeClr>
              </a:gs>
              <a:gs pos="74000">
                <a:schemeClr val="accent6"/>
              </a:gs>
              <a:gs pos="83000">
                <a:schemeClr val="accent6">
                  <a:lumMod val="75000"/>
                </a:schemeClr>
              </a:gs>
              <a:gs pos="100000">
                <a:schemeClr val="accent6">
                  <a:lumMod val="75000"/>
                </a:schemeClr>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22" name="TextBox 21">
            <a:extLst>
              <a:ext uri="{FF2B5EF4-FFF2-40B4-BE49-F238E27FC236}">
                <a16:creationId xmlns:a16="http://schemas.microsoft.com/office/drawing/2014/main" id="{FF0B5E9F-09FB-7686-28CC-A8814654849A}"/>
              </a:ext>
            </a:extLst>
          </p:cNvPr>
          <p:cNvSpPr txBox="1"/>
          <p:nvPr/>
        </p:nvSpPr>
        <p:spPr>
          <a:xfrm>
            <a:off x="273990" y="4233416"/>
            <a:ext cx="521594"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HOW</a:t>
            </a:r>
          </a:p>
        </p:txBody>
      </p:sp>
      <p:grpSp>
        <p:nvGrpSpPr>
          <p:cNvPr id="24" name="Group 37">
            <a:extLst>
              <a:ext uri="{FF2B5EF4-FFF2-40B4-BE49-F238E27FC236}">
                <a16:creationId xmlns:a16="http://schemas.microsoft.com/office/drawing/2014/main" id="{BCBD625D-5987-ABDE-7905-0A34C89EE9D9}"/>
              </a:ext>
            </a:extLst>
          </p:cNvPr>
          <p:cNvGrpSpPr/>
          <p:nvPr/>
        </p:nvGrpSpPr>
        <p:grpSpPr>
          <a:xfrm>
            <a:off x="11770322" y="176700"/>
            <a:ext cx="260230" cy="240782"/>
            <a:chOff x="5481638" y="2859088"/>
            <a:chExt cx="1231900" cy="1139825"/>
          </a:xfrm>
          <a:solidFill>
            <a:schemeClr val="tx2"/>
          </a:solidFill>
        </p:grpSpPr>
        <p:sp>
          <p:nvSpPr>
            <p:cNvPr id="25" name="Freeform 320">
              <a:extLst>
                <a:ext uri="{FF2B5EF4-FFF2-40B4-BE49-F238E27FC236}">
                  <a16:creationId xmlns:a16="http://schemas.microsoft.com/office/drawing/2014/main" id="{CB9095B4-3DFA-E01E-EBBA-A64A119A2435}"/>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6" name="Freeform 321">
              <a:extLst>
                <a:ext uri="{FF2B5EF4-FFF2-40B4-BE49-F238E27FC236}">
                  <a16:creationId xmlns:a16="http://schemas.microsoft.com/office/drawing/2014/main" id="{ED444337-04BD-B18F-943A-53A8052CAEBF}"/>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7" name="Rounded Rectangle 26">
            <a:extLst>
              <a:ext uri="{FF2B5EF4-FFF2-40B4-BE49-F238E27FC236}">
                <a16:creationId xmlns:a16="http://schemas.microsoft.com/office/drawing/2014/main" id="{863B91BB-9D71-DE85-3294-6EF2B2CF08E0}"/>
              </a:ext>
            </a:extLst>
          </p:cNvPr>
          <p:cNvSpPr/>
          <p:nvPr/>
        </p:nvSpPr>
        <p:spPr>
          <a:xfrm>
            <a:off x="9592837" y="661225"/>
            <a:ext cx="237744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1" name="TextBox 30">
            <a:extLst>
              <a:ext uri="{FF2B5EF4-FFF2-40B4-BE49-F238E27FC236}">
                <a16:creationId xmlns:a16="http://schemas.microsoft.com/office/drawing/2014/main" id="{42BCF0F3-0E2E-F837-10C4-352B97FD2DB8}"/>
              </a:ext>
            </a:extLst>
          </p:cNvPr>
          <p:cNvSpPr txBox="1"/>
          <p:nvPr/>
        </p:nvSpPr>
        <p:spPr>
          <a:xfrm>
            <a:off x="9839717" y="646592"/>
            <a:ext cx="1090661" cy="263791"/>
          </a:xfrm>
          <a:prstGeom prst="rect">
            <a:avLst/>
          </a:prstGeom>
          <a:noFill/>
        </p:spPr>
        <p:txBody>
          <a:bodyPr vert="horz" wrap="none" lIns="90000" tIns="46800" rIns="90000" bIns="46800" rtlCol="0" anchor="ctr">
            <a:spAutoFit/>
          </a:bodyPr>
          <a:lstStyle/>
          <a:p>
            <a:pPr algn="l">
              <a:spcBef>
                <a:spcPct val="0"/>
              </a:spcBef>
            </a:pPr>
            <a:r>
              <a:rPr lang="en-US" sz="1100"/>
              <a:t>KPIs Impacted</a:t>
            </a:r>
          </a:p>
        </p:txBody>
      </p:sp>
      <p:sp>
        <p:nvSpPr>
          <p:cNvPr id="32" name="Rounded Rectangle 31">
            <a:extLst>
              <a:ext uri="{FF2B5EF4-FFF2-40B4-BE49-F238E27FC236}">
                <a16:creationId xmlns:a16="http://schemas.microsoft.com/office/drawing/2014/main" id="{C2303EE9-3969-ACA1-BD43-C4EA3992EAB8}"/>
              </a:ext>
            </a:extLst>
          </p:cNvPr>
          <p:cNvSpPr/>
          <p:nvPr/>
        </p:nvSpPr>
        <p:spPr>
          <a:xfrm>
            <a:off x="9474084" y="2887171"/>
            <a:ext cx="237744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3" name="TextBox 32">
            <a:extLst>
              <a:ext uri="{FF2B5EF4-FFF2-40B4-BE49-F238E27FC236}">
                <a16:creationId xmlns:a16="http://schemas.microsoft.com/office/drawing/2014/main" id="{630DAF87-00F5-ECF5-8767-99FD7B4932D2}"/>
              </a:ext>
            </a:extLst>
          </p:cNvPr>
          <p:cNvSpPr txBox="1"/>
          <p:nvPr/>
        </p:nvSpPr>
        <p:spPr>
          <a:xfrm>
            <a:off x="9572824" y="2901348"/>
            <a:ext cx="1209283" cy="263791"/>
          </a:xfrm>
          <a:prstGeom prst="rect">
            <a:avLst/>
          </a:prstGeom>
          <a:noFill/>
        </p:spPr>
        <p:txBody>
          <a:bodyPr vert="horz" wrap="none" lIns="90000" tIns="46800" rIns="90000" bIns="46800" rtlCol="0" anchor="ctr">
            <a:spAutoFit/>
          </a:bodyPr>
          <a:lstStyle/>
          <a:p>
            <a:pPr algn="l">
              <a:spcBef>
                <a:spcPct val="0"/>
              </a:spcBef>
            </a:pPr>
            <a:r>
              <a:rPr lang="en-US" sz="1100"/>
              <a:t>Business Impact</a:t>
            </a:r>
          </a:p>
        </p:txBody>
      </p:sp>
      <p:sp>
        <p:nvSpPr>
          <p:cNvPr id="36" name="TextBox 35">
            <a:extLst>
              <a:ext uri="{FF2B5EF4-FFF2-40B4-BE49-F238E27FC236}">
                <a16:creationId xmlns:a16="http://schemas.microsoft.com/office/drawing/2014/main" id="{DA0FB385-8B9A-6A88-23AE-F5DF6B5D1598}"/>
              </a:ext>
            </a:extLst>
          </p:cNvPr>
          <p:cNvSpPr txBox="1"/>
          <p:nvPr/>
        </p:nvSpPr>
        <p:spPr>
          <a:xfrm>
            <a:off x="9516637" y="967825"/>
            <a:ext cx="2494369" cy="2369199"/>
          </a:xfrm>
          <a:prstGeom prst="rect">
            <a:avLst/>
          </a:prstGeom>
          <a:noFill/>
        </p:spPr>
        <p:txBody>
          <a:bodyPr vert="horz" wrap="none" lIns="90000" tIns="46800" rIns="90000" bIns="46800" rtlCol="0" anchor="t">
            <a:noAutofit/>
          </a:bodyPr>
          <a:lstStyle/>
          <a:p>
            <a:pPr>
              <a:lnSpc>
                <a:spcPct val="150000"/>
              </a:lnSpc>
              <a:buFont typeface="Arial" panose="020B0604020202020204" pitchFamily="34" charset="0"/>
              <a:buChar char="•"/>
            </a:pPr>
            <a:r>
              <a:rPr lang="en-US" sz="1000" b="1">
                <a:solidFill>
                  <a:schemeClr val="bg1"/>
                </a:solidFill>
                <a:ea typeface="+mn-lt"/>
                <a:cs typeface="+mn-lt"/>
              </a:rPr>
              <a:t>38 mins  Earlier Emergency </a:t>
            </a:r>
          </a:p>
          <a:p>
            <a:pPr>
              <a:lnSpc>
                <a:spcPct val="150000"/>
              </a:lnSpc>
            </a:pPr>
            <a:r>
              <a:rPr lang="en-US" sz="1000">
                <a:solidFill>
                  <a:schemeClr val="bg1"/>
                </a:solidFill>
                <a:ea typeface="+mn-lt"/>
                <a:cs typeface="+mn-lt"/>
              </a:rPr>
              <a:t>Shutdown (vs. actual explosion at 01:23:40)</a:t>
            </a:r>
            <a:endParaRPr lang="en-US" sz="1000">
              <a:solidFill>
                <a:schemeClr val="bg1"/>
              </a:solidFill>
            </a:endParaRPr>
          </a:p>
          <a:p>
            <a:pPr>
              <a:lnSpc>
                <a:spcPct val="150000"/>
              </a:lnSpc>
              <a:buFont typeface="Arial" panose="020B0604020202020204" pitchFamily="34" charset="0"/>
              <a:buChar char="•"/>
            </a:pPr>
            <a:r>
              <a:rPr lang="en-US" sz="1000">
                <a:solidFill>
                  <a:schemeClr val="bg1"/>
                </a:solidFill>
                <a:ea typeface="+mn-lt"/>
                <a:cs typeface="+mn-lt"/>
              </a:rPr>
              <a:t>-</a:t>
            </a:r>
            <a:r>
              <a:rPr lang="en-US" sz="1000" b="1" i="1">
                <a:solidFill>
                  <a:schemeClr val="bg1"/>
                </a:solidFill>
                <a:ea typeface="+mn-lt"/>
                <a:cs typeface="+mn-lt"/>
              </a:rPr>
              <a:t>35 hours Earlier Civilian Evacuation</a:t>
            </a:r>
          </a:p>
          <a:p>
            <a:pPr>
              <a:lnSpc>
                <a:spcPct val="150000"/>
              </a:lnSpc>
            </a:pPr>
            <a:r>
              <a:rPr lang="en-US" sz="1000">
                <a:solidFill>
                  <a:schemeClr val="bg1"/>
                </a:solidFill>
                <a:ea typeface="+mn-lt"/>
                <a:cs typeface="+mn-lt"/>
              </a:rPr>
              <a:t> (vs. actual April 27, 14:00 order)</a:t>
            </a:r>
            <a:endParaRPr lang="en-US">
              <a:solidFill>
                <a:schemeClr val="bg1"/>
              </a:solidFill>
            </a:endParaRPr>
          </a:p>
          <a:p>
            <a:pPr>
              <a:lnSpc>
                <a:spcPct val="150000"/>
              </a:lnSpc>
              <a:buFont typeface="Arial" panose="020B0604020202020204" pitchFamily="34" charset="0"/>
              <a:buChar char="•"/>
            </a:pPr>
            <a:r>
              <a:rPr lang="en-US" sz="1000">
                <a:solidFill>
                  <a:schemeClr val="bg1"/>
                </a:solidFill>
                <a:ea typeface="+mn-lt"/>
                <a:cs typeface="+mn-lt"/>
              </a:rPr>
              <a:t>-</a:t>
            </a:r>
            <a:r>
              <a:rPr lang="en-US" sz="1000" b="1" i="1">
                <a:solidFill>
                  <a:schemeClr val="bg1"/>
                </a:solidFill>
                <a:ea typeface="+mn-lt"/>
                <a:cs typeface="+mn-lt"/>
              </a:rPr>
              <a:t>100% Safety Protocol Compliance Rate </a:t>
            </a:r>
          </a:p>
          <a:p>
            <a:pPr>
              <a:lnSpc>
                <a:spcPct val="150000"/>
              </a:lnSpc>
              <a:buFont typeface="Arial" panose="020B0604020202020204" pitchFamily="34" charset="0"/>
              <a:buChar char="•"/>
            </a:pPr>
            <a:r>
              <a:rPr lang="en-US" sz="1000">
                <a:solidFill>
                  <a:schemeClr val="bg1"/>
                </a:solidFill>
                <a:ea typeface="+mn-lt"/>
                <a:cs typeface="+mn-lt"/>
              </a:rPr>
              <a:t>(vs. 0% on April 26, 1986)</a:t>
            </a:r>
            <a:endParaRPr lang="en-US">
              <a:solidFill>
                <a:schemeClr val="bg1"/>
              </a:solidFill>
            </a:endParaRPr>
          </a:p>
          <a:p>
            <a:pPr marL="171450" indent="-171450">
              <a:lnSpc>
                <a:spcPct val="150000"/>
              </a:lnSpc>
              <a:spcBef>
                <a:spcPct val="0"/>
              </a:spcBef>
              <a:buFontTx/>
              <a:buChar char="-"/>
            </a:pPr>
            <a:r>
              <a:rPr lang="en-US" sz="1000" b="1" i="1">
                <a:solidFill>
                  <a:schemeClr val="bg1"/>
                </a:solidFill>
                <a:ea typeface="+mn-lt"/>
                <a:cs typeface="+mn-lt"/>
              </a:rPr>
              <a:t>&lt;$0.10 </a:t>
            </a:r>
            <a:r>
              <a:rPr lang="en-US" sz="1000">
                <a:solidFill>
                  <a:schemeClr val="bg1"/>
                </a:solidFill>
                <a:ea typeface="+mn-lt"/>
                <a:cs typeface="+mn-lt"/>
              </a:rPr>
              <a:t>Cost Per Full Simulation</a:t>
            </a:r>
          </a:p>
          <a:p>
            <a:pPr marL="171450" indent="-171450">
              <a:lnSpc>
                <a:spcPct val="150000"/>
              </a:lnSpc>
              <a:spcBef>
                <a:spcPct val="0"/>
              </a:spcBef>
              <a:buFontTx/>
              <a:buChar char="-"/>
            </a:pPr>
            <a:r>
              <a:rPr lang="en-US" sz="1000">
                <a:solidFill>
                  <a:schemeClr val="bg1"/>
                </a:solidFill>
                <a:ea typeface="+mn-lt"/>
                <a:cs typeface="+mn-lt"/>
              </a:rPr>
              <a:t> Run on Azure OpenAI</a:t>
            </a:r>
            <a:endParaRPr lang="en-US">
              <a:solidFill>
                <a:schemeClr val="bg1"/>
              </a:solidFill>
            </a:endParaRPr>
          </a:p>
        </p:txBody>
      </p:sp>
      <p:sp>
        <p:nvSpPr>
          <p:cNvPr id="37" name="Rounded Rectangle 36">
            <a:extLst>
              <a:ext uri="{FF2B5EF4-FFF2-40B4-BE49-F238E27FC236}">
                <a16:creationId xmlns:a16="http://schemas.microsoft.com/office/drawing/2014/main" id="{AC704906-FAC6-CC28-217C-0492D17700D9}"/>
              </a:ext>
            </a:extLst>
          </p:cNvPr>
          <p:cNvSpPr/>
          <p:nvPr/>
        </p:nvSpPr>
        <p:spPr>
          <a:xfrm>
            <a:off x="368250" y="4576963"/>
            <a:ext cx="310896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8" name="TextBox 37">
            <a:extLst>
              <a:ext uri="{FF2B5EF4-FFF2-40B4-BE49-F238E27FC236}">
                <a16:creationId xmlns:a16="http://schemas.microsoft.com/office/drawing/2014/main" id="{D2B81A26-9964-1A11-0A3A-5279DC076D6C}"/>
              </a:ext>
            </a:extLst>
          </p:cNvPr>
          <p:cNvSpPr txBox="1"/>
          <p:nvPr/>
        </p:nvSpPr>
        <p:spPr>
          <a:xfrm>
            <a:off x="619706" y="4562330"/>
            <a:ext cx="1422482" cy="263791"/>
          </a:xfrm>
          <a:prstGeom prst="rect">
            <a:avLst/>
          </a:prstGeom>
          <a:noFill/>
        </p:spPr>
        <p:txBody>
          <a:bodyPr vert="horz" wrap="none" lIns="90000" tIns="46800" rIns="90000" bIns="46800" rtlCol="0" anchor="ctr">
            <a:spAutoFit/>
          </a:bodyPr>
          <a:lstStyle/>
          <a:p>
            <a:pPr algn="l">
              <a:spcBef>
                <a:spcPct val="0"/>
              </a:spcBef>
            </a:pPr>
            <a:r>
              <a:rPr lang="en-US" sz="1100"/>
              <a:t>Functional Solution</a:t>
            </a:r>
          </a:p>
        </p:txBody>
      </p:sp>
      <p:sp>
        <p:nvSpPr>
          <p:cNvPr id="41" name="Rounded Rectangle 40">
            <a:extLst>
              <a:ext uri="{FF2B5EF4-FFF2-40B4-BE49-F238E27FC236}">
                <a16:creationId xmlns:a16="http://schemas.microsoft.com/office/drawing/2014/main" id="{BB98DFA7-B1BF-EDB6-6CD8-6A25440EFEE2}"/>
              </a:ext>
            </a:extLst>
          </p:cNvPr>
          <p:cNvSpPr/>
          <p:nvPr/>
        </p:nvSpPr>
        <p:spPr>
          <a:xfrm>
            <a:off x="3757722" y="674122"/>
            <a:ext cx="2262078"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9" name="TextBox 38">
            <a:extLst>
              <a:ext uri="{FF2B5EF4-FFF2-40B4-BE49-F238E27FC236}">
                <a16:creationId xmlns:a16="http://schemas.microsoft.com/office/drawing/2014/main" id="{61F9D499-C931-356B-50CE-FE7650D675B6}"/>
              </a:ext>
            </a:extLst>
          </p:cNvPr>
          <p:cNvSpPr txBox="1"/>
          <p:nvPr/>
        </p:nvSpPr>
        <p:spPr>
          <a:xfrm>
            <a:off x="4014224" y="650609"/>
            <a:ext cx="1472176" cy="263791"/>
          </a:xfrm>
          <a:prstGeom prst="rect">
            <a:avLst/>
          </a:prstGeom>
          <a:noFill/>
        </p:spPr>
        <p:txBody>
          <a:bodyPr vert="horz" wrap="none" lIns="90000" tIns="46800" rIns="90000" bIns="46800" rtlCol="0" anchor="ctr">
            <a:spAutoFit/>
          </a:bodyPr>
          <a:lstStyle/>
          <a:p>
            <a:pPr algn="l">
              <a:spcBef>
                <a:spcPct val="0"/>
              </a:spcBef>
            </a:pPr>
            <a:r>
              <a:rPr lang="en-US" sz="1100"/>
              <a:t>Business Challenges</a:t>
            </a:r>
          </a:p>
        </p:txBody>
      </p:sp>
      <p:sp>
        <p:nvSpPr>
          <p:cNvPr id="42" name="TextBox 41">
            <a:extLst>
              <a:ext uri="{FF2B5EF4-FFF2-40B4-BE49-F238E27FC236}">
                <a16:creationId xmlns:a16="http://schemas.microsoft.com/office/drawing/2014/main" id="{EB449C00-0C74-3207-F8CB-A5B40E5B5140}"/>
              </a:ext>
            </a:extLst>
          </p:cNvPr>
          <p:cNvSpPr txBox="1"/>
          <p:nvPr/>
        </p:nvSpPr>
        <p:spPr>
          <a:xfrm>
            <a:off x="9583548" y="3136978"/>
            <a:ext cx="2328550" cy="2484745"/>
          </a:xfrm>
          <a:prstGeom prst="rect">
            <a:avLst/>
          </a:prstGeom>
          <a:noFill/>
        </p:spPr>
        <p:txBody>
          <a:bodyPr vert="horz" wrap="square" lIns="90000" tIns="46800" rIns="90000" bIns="46800" rtlCol="0" anchor="t">
            <a:noAutofit/>
          </a:bodyPr>
          <a:lstStyle/>
          <a:p>
            <a:pPr marL="171450" indent="-171450">
              <a:buFont typeface="Wingdings" panose="05000000000000000000" pitchFamily="2" charset="2"/>
              <a:buChar char="Ø"/>
            </a:pPr>
            <a:r>
              <a:rPr lang="en-US" sz="1100">
                <a:solidFill>
                  <a:schemeClr val="bg1"/>
                </a:solidFill>
                <a:ea typeface="+mn-lt"/>
                <a:cs typeface="+mn-lt"/>
              </a:rPr>
              <a:t>Deploying agentic AI as a safety co-pilot in nuclear and critical infrastructure plants eliminates operator cognitive bias from life-or-death decisions. </a:t>
            </a:r>
          </a:p>
          <a:p>
            <a:pPr marL="171450" indent="-171450">
              <a:buFont typeface="Wingdings" panose="05000000000000000000" pitchFamily="2" charset="2"/>
              <a:buChar char="Ø"/>
            </a:pPr>
            <a:r>
              <a:rPr lang="en-US" sz="1100">
                <a:solidFill>
                  <a:schemeClr val="bg1"/>
                </a:solidFill>
                <a:ea typeface="+mn-lt"/>
                <a:cs typeface="+mn-lt"/>
              </a:rPr>
              <a:t>The guardrail-first + LLM-blend architecture is immediately reusable across oil &amp; gas, aviation, and pharma. Enterprise value: automated regulatory compliance,</a:t>
            </a:r>
          </a:p>
          <a:p>
            <a:pPr marL="171450" indent="-171450">
              <a:buFont typeface="Wingdings" panose="05000000000000000000" pitchFamily="2" charset="2"/>
              <a:buChar char="Ø"/>
            </a:pPr>
            <a:r>
              <a:rPr lang="en-US" sz="1100">
                <a:solidFill>
                  <a:schemeClr val="bg1"/>
                </a:solidFill>
                <a:ea typeface="+mn-lt"/>
                <a:cs typeface="+mn-lt"/>
              </a:rPr>
              <a:t> real-time compound-risk scoring, MCP-compatible agent modules, and a single USE_AZURE=true flag for full Azure deployment.</a:t>
            </a:r>
            <a:endParaRPr lang="en-US" sz="1100">
              <a:solidFill>
                <a:schemeClr val="bg1"/>
              </a:solidFill>
            </a:endParaRPr>
          </a:p>
          <a:p>
            <a:pPr>
              <a:spcBef>
                <a:spcPct val="0"/>
              </a:spcBef>
            </a:pPr>
            <a:endParaRPr lang="en-US" sz="1100">
              <a:solidFill>
                <a:schemeClr val="bg1"/>
              </a:solidFill>
            </a:endParaRPr>
          </a:p>
        </p:txBody>
      </p:sp>
      <p:sp>
        <p:nvSpPr>
          <p:cNvPr id="49" name="Rounded Rectangle 48">
            <a:extLst>
              <a:ext uri="{FF2B5EF4-FFF2-40B4-BE49-F238E27FC236}">
                <a16:creationId xmlns:a16="http://schemas.microsoft.com/office/drawing/2014/main" id="{392F7412-4824-43D8-B880-447809FF3874}"/>
              </a:ext>
            </a:extLst>
          </p:cNvPr>
          <p:cNvSpPr/>
          <p:nvPr/>
        </p:nvSpPr>
        <p:spPr>
          <a:xfrm>
            <a:off x="3657600" y="4561130"/>
            <a:ext cx="3082611" cy="278424"/>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50" name="TextBox 49">
            <a:extLst>
              <a:ext uri="{FF2B5EF4-FFF2-40B4-BE49-F238E27FC236}">
                <a16:creationId xmlns:a16="http://schemas.microsoft.com/office/drawing/2014/main" id="{E8659E0E-D1DB-0C16-AB8F-4E27AAE2CD22}"/>
              </a:ext>
            </a:extLst>
          </p:cNvPr>
          <p:cNvSpPr txBox="1"/>
          <p:nvPr/>
        </p:nvSpPr>
        <p:spPr>
          <a:xfrm>
            <a:off x="3909056" y="4561129"/>
            <a:ext cx="1348744" cy="263791"/>
          </a:xfrm>
          <a:prstGeom prst="rect">
            <a:avLst/>
          </a:prstGeom>
          <a:noFill/>
        </p:spPr>
        <p:txBody>
          <a:bodyPr vert="horz" wrap="none" lIns="90000" tIns="46800" rIns="90000" bIns="46800" rtlCol="0" anchor="ctr">
            <a:spAutoFit/>
          </a:bodyPr>
          <a:lstStyle/>
          <a:p>
            <a:pPr algn="l">
              <a:spcBef>
                <a:spcPct val="0"/>
              </a:spcBef>
            </a:pPr>
            <a:r>
              <a:rPr lang="en-US" sz="1100"/>
              <a:t>Technical Solution</a:t>
            </a:r>
          </a:p>
        </p:txBody>
      </p:sp>
      <p:cxnSp>
        <p:nvCxnSpPr>
          <p:cNvPr id="51" name="Straight Connector 50">
            <a:extLst>
              <a:ext uri="{FF2B5EF4-FFF2-40B4-BE49-F238E27FC236}">
                <a16:creationId xmlns:a16="http://schemas.microsoft.com/office/drawing/2014/main" id="{AC51E32A-5104-AB8F-9EBC-85EB2204E734}"/>
              </a:ext>
            </a:extLst>
          </p:cNvPr>
          <p:cNvCxnSpPr>
            <a:cxnSpLocks/>
          </p:cNvCxnSpPr>
          <p:nvPr/>
        </p:nvCxnSpPr>
        <p:spPr>
          <a:xfrm>
            <a:off x="3581400" y="4863533"/>
            <a:ext cx="0" cy="1371600"/>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FB13BB7F-E9C3-07B2-772E-F66BAF3726CB}"/>
              </a:ext>
            </a:extLst>
          </p:cNvPr>
          <p:cNvSpPr txBox="1"/>
          <p:nvPr/>
        </p:nvSpPr>
        <p:spPr>
          <a:xfrm>
            <a:off x="3757722" y="1035481"/>
            <a:ext cx="2328550" cy="2770877"/>
          </a:xfrm>
          <a:prstGeom prst="rect">
            <a:avLst/>
          </a:prstGeom>
          <a:noFill/>
        </p:spPr>
        <p:txBody>
          <a:bodyPr vert="horz" wrap="square" lIns="90000" tIns="46800" rIns="90000" bIns="46800" rtlCol="0" anchor="t">
            <a:noAutofit/>
          </a:bodyPr>
          <a:lstStyle/>
          <a:p>
            <a:r>
              <a:rPr lang="en-US" sz="1000">
                <a:ea typeface="+mn-lt"/>
                <a:cs typeface="+mn-lt"/>
              </a:rPr>
              <a:t>Current nuclear safety systems rely entirely on human judgment under extreme cognitive pressure.</a:t>
            </a:r>
          </a:p>
          <a:p>
            <a:endParaRPr lang="en-US" sz="1000">
              <a:ea typeface="+mn-lt"/>
              <a:cs typeface="+mn-lt"/>
            </a:endParaRPr>
          </a:p>
          <a:p>
            <a:r>
              <a:rPr lang="en-US" sz="1000">
                <a:ea typeface="+mn-lt"/>
                <a:cs typeface="+mn-lt"/>
              </a:rPr>
              <a:t> Operators suffer confirmation bias (the "Dyatlov Effect"), have no real-time compound-risk detection across simultaneous failure modes (xenon poisoning + rod withdrawal + ECCS bypass), face 35+ hour evacuation delays due to chain-of-command paralysis, and lack any AI decision-support layer between raw sensor alerts and irreversible human action.</a:t>
            </a:r>
            <a:endParaRPr lang="en-US"/>
          </a:p>
          <a:p>
            <a:pPr>
              <a:spcBef>
                <a:spcPct val="0"/>
              </a:spcBef>
            </a:pPr>
            <a:endParaRPr lang="en-US" sz="1000"/>
          </a:p>
        </p:txBody>
      </p:sp>
      <p:sp>
        <p:nvSpPr>
          <p:cNvPr id="53" name="Rounded Rectangle 52">
            <a:extLst>
              <a:ext uri="{FF2B5EF4-FFF2-40B4-BE49-F238E27FC236}">
                <a16:creationId xmlns:a16="http://schemas.microsoft.com/office/drawing/2014/main" id="{70AEA542-5BB8-6FFB-3A18-C6DEB1C18564}"/>
              </a:ext>
            </a:extLst>
          </p:cNvPr>
          <p:cNvSpPr/>
          <p:nvPr/>
        </p:nvSpPr>
        <p:spPr>
          <a:xfrm>
            <a:off x="6172200" y="673791"/>
            <a:ext cx="292608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54" name="TextBox 53">
            <a:extLst>
              <a:ext uri="{FF2B5EF4-FFF2-40B4-BE49-F238E27FC236}">
                <a16:creationId xmlns:a16="http://schemas.microsoft.com/office/drawing/2014/main" id="{3D73B47F-8AF6-78C9-9A6B-2091D2FD8133}"/>
              </a:ext>
            </a:extLst>
          </p:cNvPr>
          <p:cNvSpPr txBox="1"/>
          <p:nvPr/>
        </p:nvSpPr>
        <p:spPr>
          <a:xfrm>
            <a:off x="6172199" y="1035482"/>
            <a:ext cx="3032751" cy="2791726"/>
          </a:xfrm>
          <a:prstGeom prst="rect">
            <a:avLst/>
          </a:prstGeom>
          <a:noFill/>
        </p:spPr>
        <p:txBody>
          <a:bodyPr vert="horz" wrap="square" lIns="90000" tIns="46800" rIns="90000" bIns="46800" rtlCol="0" anchor="t">
            <a:noAutofit/>
          </a:bodyPr>
          <a:lstStyle/>
          <a:p>
            <a:r>
              <a:rPr lang="en-US" sz="1000">
                <a:ea typeface="+mn-lt"/>
                <a:cs typeface="+mn-lt"/>
              </a:rPr>
              <a:t>PRIPYAT-1986 streams 16 INSAG-7 declassified reactor events interpolated to 1-second ticks at 60× speed. Triggers: reactor power drops below 200 MW → xenon poisoning detected → control rods fall below safe minimum of 30 → ECCS manually bypassed → AI risk score crosses threshold 85 → mandatory AZ-5 SCRAM issued. AI acts 38 minutes before the actual explosion and orders evacuation 35 hours ahead of the Soviet government.</a:t>
            </a:r>
            <a:endParaRPr lang="en-US"/>
          </a:p>
          <a:p>
            <a:pPr>
              <a:spcBef>
                <a:spcPct val="0"/>
              </a:spcBef>
            </a:pPr>
            <a:endParaRPr lang="en-US" sz="1000"/>
          </a:p>
        </p:txBody>
      </p:sp>
      <p:sp>
        <p:nvSpPr>
          <p:cNvPr id="55" name="TextBox 54">
            <a:extLst>
              <a:ext uri="{FF2B5EF4-FFF2-40B4-BE49-F238E27FC236}">
                <a16:creationId xmlns:a16="http://schemas.microsoft.com/office/drawing/2014/main" id="{188D893F-C300-3865-D6C1-F4A96916587D}"/>
              </a:ext>
            </a:extLst>
          </p:cNvPr>
          <p:cNvSpPr txBox="1"/>
          <p:nvPr/>
        </p:nvSpPr>
        <p:spPr>
          <a:xfrm>
            <a:off x="6475926" y="671900"/>
            <a:ext cx="1525074" cy="263791"/>
          </a:xfrm>
          <a:prstGeom prst="rect">
            <a:avLst/>
          </a:prstGeom>
          <a:noFill/>
        </p:spPr>
        <p:txBody>
          <a:bodyPr vert="horz" wrap="none" lIns="90000" tIns="46800" rIns="90000" bIns="46800" rtlCol="0" anchor="ctr">
            <a:spAutoFit/>
          </a:bodyPr>
          <a:lstStyle/>
          <a:p>
            <a:pPr algn="l">
              <a:spcBef>
                <a:spcPct val="0"/>
              </a:spcBef>
            </a:pPr>
            <a:r>
              <a:rPr lang="en-US" sz="1100"/>
              <a:t>Use Case Description</a:t>
            </a:r>
          </a:p>
        </p:txBody>
      </p:sp>
      <p:cxnSp>
        <p:nvCxnSpPr>
          <p:cNvPr id="56" name="Straight Connector 55">
            <a:extLst>
              <a:ext uri="{FF2B5EF4-FFF2-40B4-BE49-F238E27FC236}">
                <a16:creationId xmlns:a16="http://schemas.microsoft.com/office/drawing/2014/main" id="{E1B55769-E7F5-AEBF-1338-E94DBF7FBCB1}"/>
              </a:ext>
            </a:extLst>
          </p:cNvPr>
          <p:cNvCxnSpPr>
            <a:cxnSpLocks/>
          </p:cNvCxnSpPr>
          <p:nvPr/>
        </p:nvCxnSpPr>
        <p:spPr>
          <a:xfrm>
            <a:off x="6096000" y="1088235"/>
            <a:ext cx="0" cy="2718124"/>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DE2C7EFB-6C83-3D03-1AE6-1141B7A6E3CC}"/>
              </a:ext>
            </a:extLst>
          </p:cNvPr>
          <p:cNvSpPr txBox="1"/>
          <p:nvPr/>
        </p:nvSpPr>
        <p:spPr>
          <a:xfrm>
            <a:off x="375576" y="4909932"/>
            <a:ext cx="3096722" cy="1785104"/>
          </a:xfrm>
          <a:prstGeom prst="rect">
            <a:avLst/>
          </a:prstGeom>
          <a:noFill/>
        </p:spPr>
        <p:txBody>
          <a:bodyPr wrap="square" lIns="91440" tIns="45720" rIns="91440" bIns="45720" anchor="t">
            <a:spAutoFit/>
          </a:bodyPr>
          <a:lstStyle/>
          <a:p>
            <a:pPr>
              <a:defRPr/>
            </a:pPr>
            <a:r>
              <a:rPr lang="en-US" sz="1000">
                <a:solidFill>
                  <a:srgbClr val="000000"/>
                </a:solidFill>
                <a:ea typeface="+mn-lt"/>
                <a:cs typeface="+mn-lt"/>
              </a:rPr>
              <a:t>&gt; Real-time monitoring of 11 reactor parameters via </a:t>
            </a:r>
            <a:r>
              <a:rPr lang="en-US" sz="1000" b="1" i="1" err="1">
                <a:solidFill>
                  <a:srgbClr val="000000"/>
                </a:solidFill>
                <a:ea typeface="+mn-lt"/>
                <a:cs typeface="+mn-lt"/>
              </a:rPr>
              <a:t>SensorAgent</a:t>
            </a:r>
            <a:r>
              <a:rPr lang="en-US" sz="1000">
                <a:solidFill>
                  <a:srgbClr val="000000"/>
                </a:solidFill>
                <a:ea typeface="+mn-lt"/>
                <a:cs typeface="+mn-lt"/>
              </a:rPr>
              <a:t>. </a:t>
            </a:r>
            <a:r>
              <a:rPr lang="en-US" sz="1000" b="1" i="1">
                <a:solidFill>
                  <a:srgbClr val="000000"/>
                </a:solidFill>
                <a:ea typeface="+mn-lt"/>
                <a:cs typeface="+mn-lt"/>
              </a:rPr>
              <a:t>AI risk scoring </a:t>
            </a:r>
            <a:r>
              <a:rPr lang="en-US" sz="1000">
                <a:solidFill>
                  <a:srgbClr val="000000"/>
                </a:solidFill>
                <a:ea typeface="+mn-lt"/>
                <a:cs typeface="+mn-lt"/>
              </a:rPr>
              <a:t>via </a:t>
            </a:r>
            <a:r>
              <a:rPr lang="en-US" sz="1000" b="1" i="1" err="1">
                <a:solidFill>
                  <a:srgbClr val="000000"/>
                </a:solidFill>
                <a:ea typeface="+mn-lt"/>
                <a:cs typeface="+mn-lt"/>
              </a:rPr>
              <a:t>RiskAgent</a:t>
            </a:r>
            <a:r>
              <a:rPr lang="en-US" sz="1000">
                <a:solidFill>
                  <a:srgbClr val="000000"/>
                </a:solidFill>
                <a:ea typeface="+mn-lt"/>
                <a:cs typeface="+mn-lt"/>
              </a:rPr>
              <a:t> (70% Azure OpenAI GPT-4o + 30% rule-based formula). Automated 5-level decision ladder: </a:t>
            </a:r>
            <a:r>
              <a:rPr lang="en-US" sz="1000" b="1" i="1">
                <a:solidFill>
                  <a:srgbClr val="000000"/>
                </a:solidFill>
                <a:ea typeface="+mn-lt"/>
                <a:cs typeface="+mn-lt"/>
              </a:rPr>
              <a:t>CONTINUE → WARN → ABORT TEST → SCRAM → EVACUATE</a:t>
            </a:r>
            <a:r>
              <a:rPr lang="en-US" sz="1000">
                <a:solidFill>
                  <a:srgbClr val="000000"/>
                </a:solidFill>
                <a:ea typeface="+mn-lt"/>
                <a:cs typeface="+mn-lt"/>
              </a:rPr>
              <a:t>. Gaussian plume radiation broadcast to IAEA, WHO, Belarus at 5–300 km. Evacuation logistics engine: 49,000 residents, 1,200 buses, 3 escape routes, auto-calculated trip counts and hours.</a:t>
            </a:r>
            <a:endParaRPr lang="en-US"/>
          </a:p>
          <a:p>
            <a:pPr marL="0" marR="0" lvl="0" indent="0" algn="l" defTabSz="914400">
              <a:lnSpc>
                <a:spcPct val="100000"/>
              </a:lnSpc>
              <a:spcBef>
                <a:spcPct val="0"/>
              </a:spcBef>
              <a:spcAft>
                <a:spcPts val="0"/>
              </a:spcAft>
              <a:buClrTx/>
              <a:buSzTx/>
              <a:buFontTx/>
              <a:buNone/>
              <a:tabLst/>
              <a:defRPr/>
            </a:pPr>
            <a:endParaRPr lang="en-US" sz="1000" b="0" i="0" u="none" strike="noStrike" kern="1200" cap="none" spc="0" normalizeH="0" baseline="0" noProof="0">
              <a:ln>
                <a:noFill/>
              </a:ln>
              <a:solidFill>
                <a:srgbClr val="000000"/>
              </a:solidFill>
              <a:effectLst/>
              <a:uLnTx/>
              <a:uFillTx/>
              <a:latin typeface="Ubuntu"/>
            </a:endParaRPr>
          </a:p>
        </p:txBody>
      </p:sp>
      <p:sp>
        <p:nvSpPr>
          <p:cNvPr id="60" name="TextBox 59">
            <a:extLst>
              <a:ext uri="{FF2B5EF4-FFF2-40B4-BE49-F238E27FC236}">
                <a16:creationId xmlns:a16="http://schemas.microsoft.com/office/drawing/2014/main" id="{05C9740A-B0C2-63FB-9C99-E4683C46570D}"/>
              </a:ext>
            </a:extLst>
          </p:cNvPr>
          <p:cNvSpPr txBox="1"/>
          <p:nvPr/>
        </p:nvSpPr>
        <p:spPr>
          <a:xfrm>
            <a:off x="3711939" y="4911694"/>
            <a:ext cx="3082611" cy="1785104"/>
          </a:xfrm>
          <a:prstGeom prst="rect">
            <a:avLst/>
          </a:prstGeom>
          <a:noFill/>
        </p:spPr>
        <p:txBody>
          <a:bodyPr wrap="square" lIns="91440" tIns="45720" rIns="91440" bIns="45720" anchor="t">
            <a:spAutoFit/>
          </a:bodyPr>
          <a:lstStyle/>
          <a:p>
            <a:pPr>
              <a:defRPr/>
            </a:pPr>
            <a:r>
              <a:rPr kumimoji="0" lang="en-US" sz="1000" b="0" i="0" u="none" strike="noStrike" kern="1200" cap="none" spc="0" normalizeH="0" baseline="0" noProof="0">
                <a:ln>
                  <a:noFill/>
                </a:ln>
                <a:solidFill>
                  <a:srgbClr val="000000"/>
                </a:solidFill>
                <a:effectLst/>
                <a:uLnTx/>
                <a:uFillTx/>
                <a:ea typeface="+mn-lt"/>
                <a:cs typeface="+mn-lt"/>
              </a:rPr>
              <a:t>&gt;</a:t>
            </a:r>
            <a:r>
              <a:rPr lang="en-US" sz="1000">
                <a:solidFill>
                  <a:srgbClr val="000000"/>
                </a:solidFill>
                <a:ea typeface="+mn-lt"/>
                <a:cs typeface="+mn-lt"/>
              </a:rPr>
              <a:t> 7-layer Python architecture (</a:t>
            </a:r>
            <a:r>
              <a:rPr lang="en-US" sz="1000" err="1">
                <a:solidFill>
                  <a:srgbClr val="000000"/>
                </a:solidFill>
                <a:ea typeface="+mn-lt"/>
                <a:cs typeface="+mn-lt"/>
              </a:rPr>
              <a:t>asyncio</a:t>
            </a:r>
            <a:r>
              <a:rPr lang="en-US" sz="1000">
                <a:solidFill>
                  <a:srgbClr val="000000"/>
                </a:solidFill>
                <a:ea typeface="+mn-lt"/>
                <a:cs typeface="+mn-lt"/>
              </a:rPr>
              <a:t>, </a:t>
            </a:r>
            <a:r>
              <a:rPr lang="en-US" sz="1000" err="1">
                <a:solidFill>
                  <a:srgbClr val="000000"/>
                </a:solidFill>
                <a:ea typeface="+mn-lt"/>
                <a:cs typeface="+mn-lt"/>
              </a:rPr>
              <a:t>FastAPI</a:t>
            </a:r>
            <a:r>
              <a:rPr lang="en-US" sz="1000">
                <a:solidFill>
                  <a:srgbClr val="000000"/>
                </a:solidFill>
                <a:ea typeface="+mn-lt"/>
                <a:cs typeface="+mn-lt"/>
              </a:rPr>
              <a:t>, Rich, OpenAI SDK</a:t>
            </a:r>
            <a:r>
              <a:rPr lang="en-US" sz="1000" b="1" i="1">
                <a:solidFill>
                  <a:srgbClr val="000000"/>
                </a:solidFill>
                <a:ea typeface="+mn-lt"/>
                <a:cs typeface="+mn-lt"/>
              </a:rPr>
              <a:t>). Azure Event Hubs streams telemetry → Azure OpenAI GPT-4o (structured JSON schema outputs) → Cosmos DB (state history) → Azure AI Search (IAEA RAG) → React on AKS (live web dashboard). Hard guardrails are non-negotiable</a:t>
            </a:r>
            <a:r>
              <a:rPr lang="en-US" sz="1000">
                <a:solidFill>
                  <a:srgbClr val="000000"/>
                </a:solidFill>
                <a:ea typeface="+mn-lt"/>
                <a:cs typeface="+mn-lt"/>
              </a:rPr>
              <a:t>; LLM advisory layer blended at 70%. Full pipeline validated via `--smoke-test` in 5 ticks. Single `USE_AZURE=true` flag activates full Azure stack.</a:t>
            </a:r>
            <a:endParaRPr lang="en-US"/>
          </a:p>
          <a:p>
            <a:pPr marL="0" marR="0" lvl="0" indent="0" algn="l" defTabSz="914400">
              <a:lnSpc>
                <a:spcPct val="100000"/>
              </a:lnSpc>
              <a:spcBef>
                <a:spcPct val="0"/>
              </a:spcBef>
              <a:spcAft>
                <a:spcPts val="0"/>
              </a:spcAft>
              <a:buClrTx/>
              <a:buSzTx/>
              <a:buFontTx/>
              <a:buNone/>
              <a:tabLst/>
              <a:defRPr/>
            </a:pPr>
            <a:endParaRPr lang="en-US" sz="1000" b="0" i="0" u="none" strike="noStrike" kern="1200" cap="none" spc="0" normalizeH="0" baseline="0" noProof="0">
              <a:ln>
                <a:noFill/>
              </a:ln>
              <a:solidFill>
                <a:srgbClr val="000000"/>
              </a:solidFill>
              <a:effectLst/>
              <a:uLnTx/>
              <a:uFillTx/>
              <a:latin typeface="Ubuntu"/>
            </a:endParaRPr>
          </a:p>
        </p:txBody>
      </p:sp>
      <p:sp>
        <p:nvSpPr>
          <p:cNvPr id="61" name="Rounded Rectangle 60">
            <a:extLst>
              <a:ext uri="{FF2B5EF4-FFF2-40B4-BE49-F238E27FC236}">
                <a16:creationId xmlns:a16="http://schemas.microsoft.com/office/drawing/2014/main" id="{56EB4857-71BC-0F5D-8D31-5A71D2C9EEEF}"/>
              </a:ext>
            </a:extLst>
          </p:cNvPr>
          <p:cNvSpPr/>
          <p:nvPr/>
        </p:nvSpPr>
        <p:spPr>
          <a:xfrm>
            <a:off x="6911499" y="4555264"/>
            <a:ext cx="173736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62" name="TextBox 61">
            <a:extLst>
              <a:ext uri="{FF2B5EF4-FFF2-40B4-BE49-F238E27FC236}">
                <a16:creationId xmlns:a16="http://schemas.microsoft.com/office/drawing/2014/main" id="{7347736D-D728-ACA8-2C08-C23ADF0FA6B9}"/>
              </a:ext>
            </a:extLst>
          </p:cNvPr>
          <p:cNvSpPr txBox="1"/>
          <p:nvPr/>
        </p:nvSpPr>
        <p:spPr>
          <a:xfrm>
            <a:off x="7133253" y="4508875"/>
            <a:ext cx="1020129" cy="263791"/>
          </a:xfrm>
          <a:prstGeom prst="rect">
            <a:avLst/>
          </a:prstGeom>
          <a:noFill/>
        </p:spPr>
        <p:txBody>
          <a:bodyPr vert="horz" wrap="none" lIns="90000" tIns="46800" rIns="90000" bIns="46800" rtlCol="0" anchor="ctr">
            <a:spAutoFit/>
          </a:bodyPr>
          <a:lstStyle/>
          <a:p>
            <a:pPr algn="l">
              <a:spcBef>
                <a:spcPct val="0"/>
              </a:spcBef>
            </a:pPr>
            <a:r>
              <a:rPr lang="en-US" sz="1100"/>
              <a:t>Stakeholders</a:t>
            </a:r>
          </a:p>
        </p:txBody>
      </p:sp>
      <p:sp>
        <p:nvSpPr>
          <p:cNvPr id="6" name="TextBox 5">
            <a:extLst>
              <a:ext uri="{FF2B5EF4-FFF2-40B4-BE49-F238E27FC236}">
                <a16:creationId xmlns:a16="http://schemas.microsoft.com/office/drawing/2014/main" id="{D24D850D-3F3B-203C-CA8F-83B346D75685}"/>
              </a:ext>
            </a:extLst>
          </p:cNvPr>
          <p:cNvSpPr txBox="1"/>
          <p:nvPr/>
        </p:nvSpPr>
        <p:spPr>
          <a:xfrm>
            <a:off x="6920141" y="4917578"/>
            <a:ext cx="3233137" cy="1103686"/>
          </a:xfrm>
          <a:prstGeom prst="rect">
            <a:avLst/>
          </a:prstGeom>
          <a:noFill/>
        </p:spPr>
        <p:txBody>
          <a:bodyPr vert="horz" wrap="square" lIns="90000" tIns="46800" rIns="90000" bIns="46800" rtlCol="0" anchor="t">
            <a:noAutofit/>
          </a:bodyPr>
          <a:lstStyle/>
          <a:p>
            <a:pPr>
              <a:buFont typeface="Arial" panose="020B0604020202020204" pitchFamily="34" charset="0"/>
              <a:buChar char="•"/>
            </a:pPr>
            <a:r>
              <a:rPr lang="en-US" sz="1000">
                <a:ea typeface="+mn-lt"/>
                <a:cs typeface="+mn-lt"/>
              </a:rPr>
              <a:t>- Nuclear plant operators &amp; shift supervisors (primary users)</a:t>
            </a:r>
            <a:endParaRPr lang="en-US"/>
          </a:p>
          <a:p>
            <a:pPr>
              <a:buFont typeface="Arial" panose="020B0604020202020204" pitchFamily="34" charset="0"/>
              <a:buChar char="•"/>
            </a:pPr>
            <a:r>
              <a:rPr lang="en-US" sz="1000">
                <a:ea typeface="+mn-lt"/>
                <a:cs typeface="+mn-lt"/>
              </a:rPr>
              <a:t>- IAEA / national nuclear regulatory authorities</a:t>
            </a:r>
            <a:endParaRPr lang="en-US"/>
          </a:p>
          <a:p>
            <a:pPr>
              <a:buFont typeface="Arial" panose="020B0604020202020204" pitchFamily="34" charset="0"/>
              <a:buChar char="•"/>
            </a:pPr>
            <a:r>
              <a:rPr lang="en-US" sz="1000">
                <a:ea typeface="+mn-lt"/>
                <a:cs typeface="+mn-lt"/>
              </a:rPr>
              <a:t>- Civil emergency coordinators &amp; evacuation planners</a:t>
            </a:r>
            <a:endParaRPr lang="en-US"/>
          </a:p>
          <a:p>
            <a:pPr>
              <a:buFont typeface="Arial" panose="020B0604020202020204" pitchFamily="34" charset="0"/>
              <a:buChar char="•"/>
            </a:pPr>
            <a:r>
              <a:rPr lang="en-US" sz="1000">
                <a:ea typeface="+mn-lt"/>
                <a:cs typeface="+mn-lt"/>
              </a:rPr>
              <a:t>- Civilian populations in plant exclusion zones (49,000+ in Pripyat model)</a:t>
            </a:r>
            <a:endParaRPr lang="en-US"/>
          </a:p>
          <a:p>
            <a:pPr>
              <a:buFont typeface="Arial" panose="020B0604020202020204" pitchFamily="34" charset="0"/>
              <a:buChar char="•"/>
            </a:pPr>
            <a:r>
              <a:rPr lang="en-US" sz="1000">
                <a:ea typeface="+mn-lt"/>
                <a:cs typeface="+mn-lt"/>
              </a:rPr>
              <a:t>- Capgemini &amp; Microsoft Azure enterprise clients (reusability across industries)</a:t>
            </a:r>
            <a:endParaRPr lang="en-US"/>
          </a:p>
          <a:p>
            <a:pPr marL="285750" indent="-285750" algn="l">
              <a:spcBef>
                <a:spcPct val="0"/>
              </a:spcBef>
              <a:buFont typeface="Arial" panose="020B0604020202020204" pitchFamily="34" charset="0"/>
              <a:buChar char="•"/>
            </a:pPr>
            <a:endParaRPr lang="en-US" sz="1000"/>
          </a:p>
        </p:txBody>
      </p:sp>
    </p:spTree>
    <p:extLst>
      <p:ext uri="{BB962C8B-B14F-4D97-AF65-F5344CB8AC3E}">
        <p14:creationId xmlns:p14="http://schemas.microsoft.com/office/powerpoint/2010/main" val="41411620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4E3318-F9ED-E2A5-06F8-DDBAFA44938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BA7AE00-2182-7C44-659B-B0BCCF184DFA}"/>
              </a:ext>
            </a:extLst>
          </p:cNvPr>
          <p:cNvSpPr>
            <a:spLocks noGrp="1"/>
          </p:cNvSpPr>
          <p:nvPr>
            <p:ph type="title"/>
          </p:nvPr>
        </p:nvSpPr>
        <p:spPr>
          <a:xfrm>
            <a:off x="550863" y="71266"/>
            <a:ext cx="11090938" cy="930372"/>
          </a:xfrm>
        </p:spPr>
        <p:txBody>
          <a:bodyPr/>
          <a:lstStyle/>
          <a:p>
            <a:pPr algn="ctr"/>
            <a:r>
              <a:rPr lang="en-US" b="1" dirty="0">
                <a:latin typeface="Aptos" panose="020B0004020202020204" pitchFamily="34" charset="0"/>
              </a:rPr>
              <a:t>PRIPYAT-1986 — USE CASE &amp; ARCHITECTURE</a:t>
            </a:r>
          </a:p>
        </p:txBody>
      </p:sp>
      <p:cxnSp>
        <p:nvCxnSpPr>
          <p:cNvPr id="31" name="Straight Connector 30">
            <a:extLst>
              <a:ext uri="{FF2B5EF4-FFF2-40B4-BE49-F238E27FC236}">
                <a16:creationId xmlns:a16="http://schemas.microsoft.com/office/drawing/2014/main" id="{D3FFAE3D-34D2-F57C-56D8-AACD87A26452}"/>
              </a:ext>
              <a:ext uri="{C183D7F6-B498-43B3-948B-1728B52AA6E4}">
                <adec:decorative xmlns:adec="http://schemas.microsoft.com/office/drawing/2017/decorative" val="1"/>
              </a:ext>
            </a:extLst>
          </p:cNvPr>
          <p:cNvCxnSpPr>
            <a:cxnSpLocks/>
          </p:cNvCxnSpPr>
          <p:nvPr/>
        </p:nvCxnSpPr>
        <p:spPr>
          <a:xfrm>
            <a:off x="514010" y="3522589"/>
            <a:ext cx="11089699"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Date Placeholder 15">
            <a:extLst>
              <a:ext uri="{FF2B5EF4-FFF2-40B4-BE49-F238E27FC236}">
                <a16:creationId xmlns:a16="http://schemas.microsoft.com/office/drawing/2014/main" id="{BF92BC87-589D-67A5-7ED4-F62F074EA575}"/>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2025. All rights reserved.</a:t>
            </a:r>
          </a:p>
        </p:txBody>
      </p:sp>
      <p:sp>
        <p:nvSpPr>
          <p:cNvPr id="17" name="Footer Placeholder 16">
            <a:extLst>
              <a:ext uri="{FF2B5EF4-FFF2-40B4-BE49-F238E27FC236}">
                <a16:creationId xmlns:a16="http://schemas.microsoft.com/office/drawing/2014/main" id="{7E3345C8-FB54-8D1E-BC98-E618AEDD9D28}"/>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18" name="Slide Number Placeholder 17">
            <a:extLst>
              <a:ext uri="{FF2B5EF4-FFF2-40B4-BE49-F238E27FC236}">
                <a16:creationId xmlns:a16="http://schemas.microsoft.com/office/drawing/2014/main" id="{B1690141-05BB-5946-F836-44499A6CAACC}"/>
              </a:ext>
            </a:extLst>
          </p:cNvPr>
          <p:cNvSpPr>
            <a:spLocks noGrp="1"/>
          </p:cNvSpPr>
          <p:nvPr>
            <p:ph type="sldNum" sz="quarter" idx="12"/>
          </p:nvPr>
        </p:nvSpPr>
        <p:spPr/>
        <p:txBody>
          <a:bodyPr/>
          <a:lstStyle/>
          <a:p>
            <a:pPr algn="r"/>
            <a:fld id="{5D9A5160-6218-4E5A-B9E6-B93E3DAE377C}" type="slidenum">
              <a:rPr lang="en-US" smtClean="0"/>
              <a:pPr algn="r"/>
              <a:t>3</a:t>
            </a:fld>
            <a:endParaRPr lang="en-US"/>
          </a:p>
        </p:txBody>
      </p:sp>
      <p:sp>
        <p:nvSpPr>
          <p:cNvPr id="12" name="TextBox 11">
            <a:extLst>
              <a:ext uri="{FF2B5EF4-FFF2-40B4-BE49-F238E27FC236}">
                <a16:creationId xmlns:a16="http://schemas.microsoft.com/office/drawing/2014/main" id="{84CA71FA-B89D-5164-03B0-CE6E9187DB0F}"/>
              </a:ext>
            </a:extLst>
          </p:cNvPr>
          <p:cNvSpPr txBox="1"/>
          <p:nvPr/>
        </p:nvSpPr>
        <p:spPr>
          <a:xfrm>
            <a:off x="455469" y="1590304"/>
            <a:ext cx="11496996" cy="5139869"/>
          </a:xfrm>
          <a:prstGeom prst="rect">
            <a:avLst/>
          </a:prstGeom>
          <a:noFill/>
        </p:spPr>
        <p:txBody>
          <a:bodyPr wrap="square" lIns="91440" tIns="45720" rIns="91440" bIns="45720" anchor="t">
            <a:spAutoFit/>
          </a:bodyPr>
          <a:lstStyle/>
          <a:p>
            <a:pPr algn="ctr"/>
            <a:r>
              <a:rPr lang="en-US" sz="1600" b="1" dirty="0">
                <a:latin typeface="Aptos" panose="020B0004020202020204" pitchFamily="34" charset="0"/>
              </a:rPr>
              <a:t>PRIPYAT</a:t>
            </a:r>
          </a:p>
          <a:p>
            <a:pPr algn="ctr"/>
            <a:endParaRPr lang="en-US" sz="1600" b="1" dirty="0">
              <a:latin typeface="Aptos" panose="020B0004020202020204" pitchFamily="34" charset="0"/>
            </a:endParaRPr>
          </a:p>
          <a:p>
            <a:pPr algn="ctr"/>
            <a:r>
              <a:rPr lang="en-US" sz="2000" b="1" dirty="0">
                <a:solidFill>
                  <a:srgbClr val="010101"/>
                </a:solidFill>
                <a:latin typeface="Aptos" panose="020B0004020202020204" pitchFamily="34" charset="0"/>
                <a:cs typeface="Segoe UI"/>
              </a:rPr>
              <a:t>Real-time resilience Approach</a:t>
            </a:r>
            <a:endParaRPr lang="en-US" sz="2000" dirty="0">
              <a:solidFill>
                <a:srgbClr val="010101"/>
              </a:solidFill>
              <a:latin typeface="Aptos" panose="020B0004020202020204" pitchFamily="34" charset="0"/>
            </a:endParaRPr>
          </a:p>
          <a:p>
            <a:pPr algn="ctr"/>
            <a:endParaRPr lang="en-US" sz="1600" b="1" dirty="0">
              <a:latin typeface="Aptos" panose="020B0004020202020204" pitchFamily="34" charset="0"/>
            </a:endParaRPr>
          </a:p>
          <a:p>
            <a:pPr algn="ctr"/>
            <a:r>
              <a:rPr lang="en-US" sz="1600" b="1" dirty="0">
                <a:latin typeface="Aptos" panose="020B0004020202020204" pitchFamily="34" charset="0"/>
              </a:rPr>
              <a:t>This use case is Morden day take on the 1986 Chernobyl disaster. How a multi agent AI system could control and rescue this kind of situation today.</a:t>
            </a:r>
          </a:p>
          <a:p>
            <a:endParaRPr lang="en-US" sz="1600" b="1" dirty="0">
              <a:latin typeface="Aptos" panose="020B0004020202020204" pitchFamily="34" charset="0"/>
            </a:endParaRPr>
          </a:p>
          <a:p>
            <a:endParaRPr lang="en-US" sz="1600" b="1" dirty="0">
              <a:latin typeface="Aptos" panose="020B0004020202020204" pitchFamily="34" charset="0"/>
            </a:endParaRPr>
          </a:p>
          <a:p>
            <a:endParaRPr lang="en-US" sz="1400" dirty="0">
              <a:latin typeface="Aptos" panose="020B0004020202020204" pitchFamily="34" charset="0"/>
            </a:endParaRPr>
          </a:p>
          <a:p>
            <a:r>
              <a:rPr lang="en-US" sz="1400" dirty="0">
                <a:latin typeface="Aptos" panose="020B0004020202020204" pitchFamily="34" charset="0"/>
              </a:rPr>
              <a:t>Use case details:</a:t>
            </a:r>
          </a:p>
          <a:p>
            <a:endParaRPr lang="en-US" sz="1400" dirty="0">
              <a:latin typeface="Aptos" panose="020B0004020202020204" pitchFamily="34" charset="0"/>
            </a:endParaRPr>
          </a:p>
          <a:p>
            <a:pPr marL="171450" indent="-171450">
              <a:buFont typeface="Wingdings" panose="05000000000000000000" pitchFamily="2" charset="2"/>
              <a:buChar char="ü"/>
            </a:pPr>
            <a:r>
              <a:rPr lang="en-US" sz="1400" dirty="0">
                <a:latin typeface="Aptos" panose="020B0004020202020204" pitchFamily="34" charset="0"/>
              </a:rPr>
              <a:t>1986 replays the real Chernobyl nuclear disaster (April 25–26, 1986) through a 5-agent Azure OpenAI-powered system that makes every decision Dyatlov refused to make — proving that agentic AI can prevent catastrophic failure in safety-critical industries.</a:t>
            </a:r>
          </a:p>
          <a:p>
            <a:endParaRPr lang="en-US" sz="1400" dirty="0">
              <a:latin typeface="Aptos" panose="020B0004020202020204" pitchFamily="34" charset="0"/>
            </a:endParaRPr>
          </a:p>
          <a:p>
            <a:pPr marL="171450" indent="-171450">
              <a:buFont typeface="Wingdings" panose="05000000000000000000" pitchFamily="2" charset="2"/>
              <a:buChar char="ü"/>
            </a:pPr>
            <a:r>
              <a:rPr lang="en-US" sz="1400" dirty="0">
                <a:latin typeface="Aptos" panose="020B0004020202020204" pitchFamily="34" charset="0"/>
              </a:rPr>
              <a:t>Built on 16 INSAG-7 declassified reactor events, the system demonstrates that a responsible multi-agent architecture — combining hard safety guardrails with LLM reasoning</a:t>
            </a:r>
          </a:p>
          <a:p>
            <a:endParaRPr lang="en-US" sz="1400" dirty="0">
              <a:latin typeface="Aptos" panose="020B0004020202020204" pitchFamily="34" charset="0"/>
            </a:endParaRPr>
          </a:p>
          <a:p>
            <a:pPr marL="171450" indent="-171450">
              <a:buFont typeface="Wingdings" panose="05000000000000000000" pitchFamily="2" charset="2"/>
              <a:buChar char="ü"/>
            </a:pPr>
            <a:r>
              <a:rPr lang="en-US" sz="1400" dirty="0">
                <a:latin typeface="Aptos" panose="020B0004020202020204" pitchFamily="34" charset="0"/>
              </a:rPr>
              <a:t>Detects compound risks, triggers emergency shutdown **38 minutes before the actual explosion**, and orders evacuation **35 hours earlier** than the Soviet government did.</a:t>
            </a:r>
          </a:p>
          <a:p>
            <a:pPr marL="171450" indent="-171450">
              <a:buFont typeface="Wingdings" panose="05000000000000000000" pitchFamily="2" charset="2"/>
              <a:buChar char="ü"/>
            </a:pPr>
            <a:endParaRPr lang="en-US" sz="1400" dirty="0">
              <a:latin typeface="Aptos" panose="020B0004020202020204" pitchFamily="34" charset="0"/>
            </a:endParaRPr>
          </a:p>
          <a:p>
            <a:pPr marL="171450" indent="-171450">
              <a:buFont typeface="Wingdings" panose="05000000000000000000" pitchFamily="2" charset="2"/>
              <a:buChar char="ü"/>
            </a:pPr>
            <a:r>
              <a:rPr lang="en-US" sz="1400" dirty="0">
                <a:latin typeface="Aptos" panose="020B0004020202020204" pitchFamily="34" charset="0"/>
              </a:rPr>
              <a:t>Complete Agentic AI solution build upon Microsoft AI tech stack which will act as control mechanism in High-risk power plant systems which can used in Energies and Utility sector</a:t>
            </a:r>
          </a:p>
        </p:txBody>
      </p:sp>
      <p:sp>
        <p:nvSpPr>
          <p:cNvPr id="13" name="TextBox 12">
            <a:extLst>
              <a:ext uri="{FF2B5EF4-FFF2-40B4-BE49-F238E27FC236}">
                <a16:creationId xmlns:a16="http://schemas.microsoft.com/office/drawing/2014/main" id="{A96DB325-5A25-81C3-1DFA-A060FEA5BAB6}"/>
              </a:ext>
            </a:extLst>
          </p:cNvPr>
          <p:cNvSpPr txBox="1"/>
          <p:nvPr/>
        </p:nvSpPr>
        <p:spPr>
          <a:xfrm>
            <a:off x="514010" y="1014460"/>
            <a:ext cx="11379914" cy="523220"/>
          </a:xfrm>
          <a:prstGeom prst="rect">
            <a:avLst/>
          </a:prstGeom>
          <a:solidFill>
            <a:srgbClr val="00B050"/>
          </a:solidFill>
        </p:spPr>
        <p:txBody>
          <a:bodyPr wrap="square">
            <a:spAutoFit/>
          </a:bodyPr>
          <a:lstStyle/>
          <a:p>
            <a:r>
              <a:rPr lang="en-US" sz="1400" dirty="0">
                <a:solidFill>
                  <a:schemeClr val="bg1"/>
                </a:solidFill>
              </a:rPr>
              <a:t>Preventing the Chernobyl Disaster with a 5-Agent AI System on Azure</a:t>
            </a:r>
          </a:p>
          <a:p>
            <a:endParaRPr lang="en-US" sz="1400" dirty="0">
              <a:solidFill>
                <a:schemeClr val="bg1"/>
              </a:solidFill>
            </a:endParaRPr>
          </a:p>
        </p:txBody>
      </p:sp>
    </p:spTree>
    <p:extLst>
      <p:ext uri="{BB962C8B-B14F-4D97-AF65-F5344CB8AC3E}">
        <p14:creationId xmlns:p14="http://schemas.microsoft.com/office/powerpoint/2010/main" val="22628401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30DDFDA1-2B88-FB8C-C3CB-14302BB489C5}"/>
              </a:ext>
            </a:extLst>
          </p:cNvPr>
          <p:cNvSpPr>
            <a:spLocks noGrp="1"/>
          </p:cNvSpPr>
          <p:nvPr>
            <p:ph type="dt" sz="half" idx="10"/>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4" name="Footer Placeholder 3">
            <a:extLst>
              <a:ext uri="{FF2B5EF4-FFF2-40B4-BE49-F238E27FC236}">
                <a16:creationId xmlns:a16="http://schemas.microsoft.com/office/drawing/2014/main" id="{E0DD3466-A3A4-2EE5-FA23-40CB60542FDC}"/>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2BC00756-B465-7977-812C-8FB4F43CEF3F}"/>
              </a:ext>
            </a:extLst>
          </p:cNvPr>
          <p:cNvSpPr>
            <a:spLocks noGrp="1"/>
          </p:cNvSpPr>
          <p:nvPr>
            <p:ph type="sldNum" sz="quarter" idx="12"/>
          </p:nvPr>
        </p:nvSpPr>
        <p:spPr/>
        <p:txBody>
          <a:bodyPr/>
          <a:lstStyle/>
          <a:p>
            <a:pPr algn="r"/>
            <a:fld id="{5D9A5160-6218-4E5A-B9E6-B93E3DAE377C}" type="slidenum">
              <a:rPr lang="en-US" smtClean="0"/>
              <a:pPr algn="r"/>
              <a:t>4</a:t>
            </a:fld>
            <a:endParaRPr lang="en-US"/>
          </a:p>
        </p:txBody>
      </p:sp>
      <p:sp>
        <p:nvSpPr>
          <p:cNvPr id="8" name="Titre 1">
            <a:extLst>
              <a:ext uri="{FF2B5EF4-FFF2-40B4-BE49-F238E27FC236}">
                <a16:creationId xmlns:a16="http://schemas.microsoft.com/office/drawing/2014/main" id="{9072184B-AA03-B6B1-5E96-1CF9327DFCB4}"/>
              </a:ext>
            </a:extLst>
          </p:cNvPr>
          <p:cNvSpPr>
            <a:spLocks noGrp="1"/>
          </p:cNvSpPr>
          <p:nvPr>
            <p:ph type="title"/>
          </p:nvPr>
        </p:nvSpPr>
        <p:spPr>
          <a:xfrm>
            <a:off x="514010" y="0"/>
            <a:ext cx="11090938" cy="838352"/>
          </a:xfrm>
        </p:spPr>
        <p:txBody>
          <a:bodyPr/>
          <a:lstStyle/>
          <a:p>
            <a:pPr algn="ctr"/>
            <a:r>
              <a:rPr lang="en-IN" b="1" dirty="0" err="1">
                <a:latin typeface="Segoe UI" panose="020B0502040204020203" pitchFamily="34" charset="0"/>
              </a:rPr>
              <a:t>Usecase</a:t>
            </a:r>
            <a:r>
              <a:rPr lang="en-IN" b="1" dirty="0">
                <a:latin typeface="Segoe UI" panose="020B0502040204020203" pitchFamily="34" charset="0"/>
              </a:rPr>
              <a:t> — </a:t>
            </a:r>
            <a:r>
              <a:rPr lang="en-US" b="1" dirty="0">
                <a:solidFill>
                  <a:srgbClr val="010101"/>
                </a:solidFill>
                <a:latin typeface="Segoe UI"/>
                <a:cs typeface="Segoe UI"/>
              </a:rPr>
              <a:t>Real-time resilience Approach</a:t>
            </a:r>
            <a:endParaRPr lang="en-IN" b="1" dirty="0">
              <a:latin typeface="Segoe UI" panose="020B0502040204020203" pitchFamily="34" charset="0"/>
            </a:endParaRPr>
          </a:p>
        </p:txBody>
      </p:sp>
      <p:sp>
        <p:nvSpPr>
          <p:cNvPr id="9" name="TextBox 8">
            <a:extLst>
              <a:ext uri="{FF2B5EF4-FFF2-40B4-BE49-F238E27FC236}">
                <a16:creationId xmlns:a16="http://schemas.microsoft.com/office/drawing/2014/main" id="{993F3BAB-AA58-5EA8-A483-136E9E77FA1A}"/>
              </a:ext>
            </a:extLst>
          </p:cNvPr>
          <p:cNvSpPr txBox="1"/>
          <p:nvPr/>
        </p:nvSpPr>
        <p:spPr>
          <a:xfrm>
            <a:off x="514010" y="897632"/>
            <a:ext cx="11379914" cy="523220"/>
          </a:xfrm>
          <a:prstGeom prst="rect">
            <a:avLst/>
          </a:prstGeom>
          <a:solidFill>
            <a:srgbClr val="00B050"/>
          </a:solidFill>
        </p:spPr>
        <p:txBody>
          <a:bodyPr wrap="square">
            <a:spAutoFit/>
          </a:bodyPr>
          <a:lstStyle/>
          <a:p>
            <a:r>
              <a:rPr lang="en-US" sz="1400">
                <a:solidFill>
                  <a:schemeClr val="bg1"/>
                </a:solidFill>
              </a:rPr>
              <a:t>Preventing the Chernobyl Disaster with a 5-Agent AI System on Azure</a:t>
            </a:r>
          </a:p>
          <a:p>
            <a:endParaRPr lang="en-US" sz="1400">
              <a:solidFill>
                <a:schemeClr val="bg1"/>
              </a:solidFill>
            </a:endParaRPr>
          </a:p>
        </p:txBody>
      </p:sp>
      <p:sp>
        <p:nvSpPr>
          <p:cNvPr id="10" name="TextBox 9">
            <a:extLst>
              <a:ext uri="{FF2B5EF4-FFF2-40B4-BE49-F238E27FC236}">
                <a16:creationId xmlns:a16="http://schemas.microsoft.com/office/drawing/2014/main" id="{2501588F-84D3-9DE9-03E8-41D0A72AAC2B}"/>
              </a:ext>
            </a:extLst>
          </p:cNvPr>
          <p:cNvSpPr txBox="1"/>
          <p:nvPr/>
        </p:nvSpPr>
        <p:spPr>
          <a:xfrm>
            <a:off x="424544" y="1480132"/>
            <a:ext cx="11469380" cy="4770537"/>
          </a:xfrm>
          <a:prstGeom prst="rect">
            <a:avLst/>
          </a:prstGeom>
          <a:noFill/>
        </p:spPr>
        <p:txBody>
          <a:bodyPr wrap="square">
            <a:spAutoFit/>
          </a:bodyPr>
          <a:lstStyle/>
          <a:p>
            <a:pPr>
              <a:buNone/>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Problem</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p>
            <a:pPr>
              <a:buNone/>
            </a:pPr>
            <a:r>
              <a:rPr lang="en-IN" sz="1600" kern="100" dirty="0">
                <a:effectLst/>
                <a:latin typeface="Aptos" panose="020B0004020202020204" pitchFamily="34" charset="0"/>
                <a:ea typeface="Aptos" panose="020B0004020202020204" pitchFamily="34" charset="0"/>
                <a:cs typeface="Times New Roman" panose="02020603050405020304" pitchFamily="18" charset="0"/>
              </a:rPr>
              <a:t>Human operators under stress make biased, life‑critical decisions. Past failures (e.g., Chernobyl) caused mass casualties, displacement, and enormous economic loss.</a:t>
            </a:r>
            <a:br>
              <a:rPr lang="en-IN" sz="1600" kern="100" dirty="0">
                <a:effectLst/>
                <a:latin typeface="Aptos" panose="020B0004020202020204" pitchFamily="34" charset="0"/>
                <a:ea typeface="Aptos" panose="020B0004020202020204" pitchFamily="34" charset="0"/>
                <a:cs typeface="Times New Roman" panose="02020603050405020304" pitchFamily="18" charset="0"/>
              </a:rPr>
            </a:br>
            <a:r>
              <a:rPr lang="en-IN" sz="1600" b="1" kern="100" dirty="0">
                <a:effectLst/>
                <a:latin typeface="Aptos" panose="020B0004020202020204" pitchFamily="34" charset="0"/>
                <a:ea typeface="Aptos" panose="020B0004020202020204" pitchFamily="34" charset="0"/>
                <a:cs typeface="Times New Roman" panose="02020603050405020304" pitchFamily="18" charset="0"/>
              </a:rPr>
              <a:t>Goal:</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Eliminate the “Dyatlov Effect” with objective, real‑time AI safety oversight.</a:t>
            </a:r>
            <a:br>
              <a:rPr lang="en-IN" sz="1600" kern="100" dirty="0">
                <a:effectLst/>
                <a:latin typeface="Aptos" panose="020B0004020202020204" pitchFamily="34" charset="0"/>
                <a:ea typeface="Aptos" panose="020B0004020202020204" pitchFamily="34" charset="0"/>
                <a:cs typeface="Times New Roman" panose="02020603050405020304" pitchFamily="18" charset="0"/>
              </a:rPr>
            </a:b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p>
            <a:pPr>
              <a:buNone/>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Who Benefits</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Plant Safety Officers</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 instant risk scoring, unbiased shutdown validation</a:t>
            </a:r>
          </a:p>
          <a:p>
            <a:pPr marL="342900" lvl="0" indent="-342900">
              <a:buSzPts val="1000"/>
              <a:buFont typeface="Symbol" panose="05050102010706020507" pitchFamily="18" charset="2"/>
              <a:buChar char=""/>
              <a:tabLst>
                <a:tab pos="457200" algn="l"/>
              </a:tabLst>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IAEA Regulators</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 transparent, audit‑ready logs</a:t>
            </a:r>
          </a:p>
          <a:p>
            <a:pPr marL="342900" lvl="0" indent="-342900">
              <a:buSzPts val="1000"/>
              <a:buFont typeface="Symbol" panose="05050102010706020507" pitchFamily="18" charset="2"/>
              <a:buChar char=""/>
              <a:tabLst>
                <a:tab pos="457200" algn="l"/>
              </a:tabLst>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Emergency Coordinators</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 early, accurate alerts for evacuation</a:t>
            </a:r>
          </a:p>
          <a:p>
            <a:pPr marL="342900" lvl="0" indent="-342900">
              <a:buSzPts val="1000"/>
              <a:buFont typeface="Symbol" panose="05050102010706020507" pitchFamily="18" charset="2"/>
              <a:buChar char=""/>
              <a:tabLst>
                <a:tab pos="457200" algn="l"/>
              </a:tabLst>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Local Residents</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 significantly earlier protective action</a:t>
            </a:r>
            <a:br>
              <a:rPr lang="en-IN" sz="1600" kern="100" dirty="0">
                <a:effectLst/>
                <a:latin typeface="Aptos" panose="020B0004020202020204" pitchFamily="34" charset="0"/>
                <a:ea typeface="Aptos" panose="020B0004020202020204" pitchFamily="34" charset="0"/>
                <a:cs typeface="Times New Roman" panose="02020603050405020304" pitchFamily="18" charset="0"/>
              </a:rPr>
            </a:b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p>
            <a:pPr>
              <a:buNone/>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What’s New (Innovation)</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IN" sz="1600" kern="100" dirty="0">
                <a:effectLst/>
                <a:latin typeface="Aptos" panose="020B0004020202020204" pitchFamily="34" charset="0"/>
                <a:ea typeface="Aptos" panose="020B0004020202020204" pitchFamily="34" charset="0"/>
                <a:cs typeface="Times New Roman" panose="02020603050405020304" pitchFamily="18" charset="0"/>
              </a:rPr>
              <a:t>First </a:t>
            </a:r>
            <a:r>
              <a:rPr lang="en-IN" sz="1600" b="1" kern="100" dirty="0">
                <a:effectLst/>
                <a:latin typeface="Aptos" panose="020B0004020202020204" pitchFamily="34" charset="0"/>
                <a:ea typeface="Aptos" panose="020B0004020202020204" pitchFamily="34" charset="0"/>
                <a:cs typeface="Times New Roman" panose="02020603050405020304" pitchFamily="18" charset="0"/>
              </a:rPr>
              <a:t>multi‑agent</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model using </a:t>
            </a:r>
            <a:r>
              <a:rPr lang="en-IN" sz="1600" b="1" kern="100" dirty="0">
                <a:effectLst/>
                <a:latin typeface="Aptos" panose="020B0004020202020204" pitchFamily="34" charset="0"/>
                <a:ea typeface="Aptos" panose="020B0004020202020204" pitchFamily="34" charset="0"/>
                <a:cs typeface="Times New Roman" panose="02020603050405020304" pitchFamily="18" charset="0"/>
              </a:rPr>
              <a:t>INSAG‑7 telemetry</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IN" sz="1600" kern="100" dirty="0">
                <a:effectLst/>
                <a:latin typeface="Aptos" panose="020B0004020202020204" pitchFamily="34" charset="0"/>
                <a:ea typeface="Aptos" panose="020B0004020202020204" pitchFamily="34" charset="0"/>
                <a:cs typeface="Times New Roman" panose="02020603050405020304" pitchFamily="18" charset="0"/>
              </a:rPr>
              <a:t>Novel </a:t>
            </a:r>
            <a:r>
              <a:rPr lang="en-IN" sz="1600" b="1" kern="100" dirty="0">
                <a:effectLst/>
                <a:latin typeface="Aptos" panose="020B0004020202020204" pitchFamily="34" charset="0"/>
                <a:ea typeface="Aptos" panose="020B0004020202020204" pitchFamily="34" charset="0"/>
                <a:cs typeface="Times New Roman" panose="02020603050405020304" pitchFamily="18" charset="0"/>
              </a:rPr>
              <a:t>guardrail‑first + LLM blended scoring</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(70% AI / 30% rules)</a:t>
            </a:r>
          </a:p>
          <a:p>
            <a:pPr marL="342900" lvl="0" indent="-342900">
              <a:buSzPts val="1000"/>
              <a:buFont typeface="Symbol" panose="05050102010706020507" pitchFamily="18" charset="2"/>
              <a:buChar char=""/>
              <a:tabLst>
                <a:tab pos="457200" algn="l"/>
              </a:tabLst>
            </a:pPr>
            <a:r>
              <a:rPr lang="en-IN" sz="1600" kern="100" dirty="0">
                <a:effectLst/>
                <a:latin typeface="Aptos" panose="020B0004020202020204" pitchFamily="34" charset="0"/>
                <a:ea typeface="Aptos" panose="020B0004020202020204" pitchFamily="34" charset="0"/>
                <a:cs typeface="Times New Roman" panose="02020603050405020304" pitchFamily="18" charset="0"/>
              </a:rPr>
              <a:t>Detects </a:t>
            </a:r>
            <a:r>
              <a:rPr lang="en-IN" sz="1600" b="1" kern="100" dirty="0">
                <a:effectLst/>
                <a:latin typeface="Aptos" panose="020B0004020202020204" pitchFamily="34" charset="0"/>
                <a:ea typeface="Aptos" panose="020B0004020202020204" pitchFamily="34" charset="0"/>
                <a:cs typeface="Times New Roman" panose="02020603050405020304" pitchFamily="18" charset="0"/>
              </a:rPr>
              <a:t>compound risks</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no single threshold can catch</a:t>
            </a:r>
            <a:br>
              <a:rPr lang="en-IN" sz="1600" kern="100" dirty="0">
                <a:effectLst/>
                <a:latin typeface="Aptos" panose="020B0004020202020204" pitchFamily="34" charset="0"/>
                <a:ea typeface="Aptos" panose="020B0004020202020204" pitchFamily="34" charset="0"/>
                <a:cs typeface="Times New Roman" panose="02020603050405020304" pitchFamily="18" charset="0"/>
              </a:rPr>
            </a:b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p>
            <a:pPr>
              <a:buNone/>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Why AI Fits</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p>
            <a:pPr>
              <a:buNone/>
            </a:pPr>
            <a:r>
              <a:rPr lang="en-IN" sz="1600" kern="100" dirty="0">
                <a:effectLst/>
                <a:latin typeface="Aptos" panose="020B0004020202020204" pitchFamily="34" charset="0"/>
                <a:ea typeface="Aptos" panose="020B0004020202020204" pitchFamily="34" charset="0"/>
                <a:cs typeface="Times New Roman" panose="02020603050405020304" pitchFamily="18" charset="0"/>
              </a:rPr>
              <a:t>LLM reasoning identifies converging failures (e.g., xenon poisoning + rod withdrawal + ECCS bypass) and delivers </a:t>
            </a:r>
            <a:r>
              <a:rPr lang="en-IN" sz="1600" b="1" kern="100" dirty="0">
                <a:effectLst/>
                <a:latin typeface="Aptos" panose="020B0004020202020204" pitchFamily="34" charset="0"/>
                <a:ea typeface="Aptos" panose="020B0004020202020204" pitchFamily="34" charset="0"/>
                <a:cs typeface="Times New Roman" panose="02020603050405020304" pitchFamily="18" charset="0"/>
              </a:rPr>
              <a:t>millisecond‑level</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risk evaluation.</a:t>
            </a:r>
          </a:p>
        </p:txBody>
      </p:sp>
    </p:spTree>
    <p:extLst>
      <p:ext uri="{BB962C8B-B14F-4D97-AF65-F5344CB8AC3E}">
        <p14:creationId xmlns:p14="http://schemas.microsoft.com/office/powerpoint/2010/main" val="10676771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F72950-CB9A-E105-D374-2D1654E3D5C4}"/>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6D9D373D-5BB9-D1C9-CC78-2CF23156C13D}"/>
              </a:ext>
            </a:extLst>
          </p:cNvPr>
          <p:cNvSpPr>
            <a:spLocks noGrp="1"/>
          </p:cNvSpPr>
          <p:nvPr>
            <p:ph type="dt" sz="half" idx="10"/>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4" name="Footer Placeholder 3">
            <a:extLst>
              <a:ext uri="{FF2B5EF4-FFF2-40B4-BE49-F238E27FC236}">
                <a16:creationId xmlns:a16="http://schemas.microsoft.com/office/drawing/2014/main" id="{7D094EE8-B8E2-25D3-057A-FE36FF6E4904}"/>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D31A7605-5790-168C-620E-2CA21DA18471}"/>
              </a:ext>
            </a:extLst>
          </p:cNvPr>
          <p:cNvSpPr>
            <a:spLocks noGrp="1"/>
          </p:cNvSpPr>
          <p:nvPr>
            <p:ph type="sldNum" sz="quarter" idx="12"/>
          </p:nvPr>
        </p:nvSpPr>
        <p:spPr/>
        <p:txBody>
          <a:bodyPr/>
          <a:lstStyle/>
          <a:p>
            <a:pPr algn="r"/>
            <a:fld id="{5D9A5160-6218-4E5A-B9E6-B93E3DAE377C}" type="slidenum">
              <a:rPr lang="en-US" smtClean="0"/>
              <a:pPr algn="r"/>
              <a:t>5</a:t>
            </a:fld>
            <a:endParaRPr lang="en-US"/>
          </a:p>
        </p:txBody>
      </p:sp>
      <p:sp>
        <p:nvSpPr>
          <p:cNvPr id="8" name="Titre 1">
            <a:extLst>
              <a:ext uri="{FF2B5EF4-FFF2-40B4-BE49-F238E27FC236}">
                <a16:creationId xmlns:a16="http://schemas.microsoft.com/office/drawing/2014/main" id="{7D95734F-88D5-2B1F-E328-C235357C96BC}"/>
              </a:ext>
            </a:extLst>
          </p:cNvPr>
          <p:cNvSpPr>
            <a:spLocks noGrp="1"/>
          </p:cNvSpPr>
          <p:nvPr>
            <p:ph type="title"/>
          </p:nvPr>
        </p:nvSpPr>
        <p:spPr>
          <a:xfrm>
            <a:off x="514010" y="0"/>
            <a:ext cx="11090938" cy="838352"/>
          </a:xfrm>
        </p:spPr>
        <p:txBody>
          <a:bodyPr/>
          <a:lstStyle/>
          <a:p>
            <a:pPr algn="ctr" fontAlgn="t">
              <a:lnSpc>
                <a:spcPts val="1500"/>
              </a:lnSpc>
            </a:pPr>
            <a:r>
              <a:rPr lang="en-IN" b="1" dirty="0" err="1">
                <a:latin typeface="Segoe UI" panose="020B0502040204020203" pitchFamily="34" charset="0"/>
              </a:rPr>
              <a:t>Usecase</a:t>
            </a:r>
            <a:r>
              <a:rPr lang="en-IN" b="1" dirty="0">
                <a:latin typeface="Segoe UI" panose="020B0502040204020203" pitchFamily="34" charset="0"/>
              </a:rPr>
              <a:t> — </a:t>
            </a:r>
            <a:r>
              <a:rPr lang="en-US" b="1" dirty="0">
                <a:solidFill>
                  <a:srgbClr val="010101"/>
                </a:solidFill>
                <a:latin typeface="Segoe UI"/>
                <a:cs typeface="Segoe UI"/>
              </a:rPr>
              <a:t>Real-time resilience Approach</a:t>
            </a:r>
            <a:endParaRPr lang="en-IN" b="1" dirty="0">
              <a:latin typeface="Segoe UI" panose="020B0502040204020203" pitchFamily="34" charset="0"/>
            </a:endParaRPr>
          </a:p>
        </p:txBody>
      </p:sp>
      <p:sp>
        <p:nvSpPr>
          <p:cNvPr id="9" name="TextBox 8">
            <a:extLst>
              <a:ext uri="{FF2B5EF4-FFF2-40B4-BE49-F238E27FC236}">
                <a16:creationId xmlns:a16="http://schemas.microsoft.com/office/drawing/2014/main" id="{0F490E3C-F721-D284-D936-68D93485004B}"/>
              </a:ext>
            </a:extLst>
          </p:cNvPr>
          <p:cNvSpPr txBox="1"/>
          <p:nvPr/>
        </p:nvSpPr>
        <p:spPr>
          <a:xfrm>
            <a:off x="514010" y="897632"/>
            <a:ext cx="11379914" cy="523220"/>
          </a:xfrm>
          <a:prstGeom prst="rect">
            <a:avLst/>
          </a:prstGeom>
          <a:solidFill>
            <a:srgbClr val="00B050"/>
          </a:solidFill>
        </p:spPr>
        <p:txBody>
          <a:bodyPr wrap="square">
            <a:spAutoFit/>
          </a:bodyPr>
          <a:lstStyle/>
          <a:p>
            <a:r>
              <a:rPr lang="en-US" sz="1400">
                <a:solidFill>
                  <a:schemeClr val="bg1"/>
                </a:solidFill>
              </a:rPr>
              <a:t>Preventing the Chernobyl Disaster with a 5-Agent AI System on Azure</a:t>
            </a:r>
          </a:p>
          <a:p>
            <a:endParaRPr lang="en-US" sz="1400">
              <a:solidFill>
                <a:schemeClr val="bg1"/>
              </a:solidFill>
            </a:endParaRPr>
          </a:p>
        </p:txBody>
      </p:sp>
      <p:sp>
        <p:nvSpPr>
          <p:cNvPr id="10" name="TextBox 9">
            <a:extLst>
              <a:ext uri="{FF2B5EF4-FFF2-40B4-BE49-F238E27FC236}">
                <a16:creationId xmlns:a16="http://schemas.microsoft.com/office/drawing/2014/main" id="{2AD00F66-4282-D93C-1917-51CF138695F3}"/>
              </a:ext>
            </a:extLst>
          </p:cNvPr>
          <p:cNvSpPr txBox="1"/>
          <p:nvPr/>
        </p:nvSpPr>
        <p:spPr>
          <a:xfrm>
            <a:off x="514010" y="897632"/>
            <a:ext cx="11296599" cy="5509200"/>
          </a:xfrm>
          <a:prstGeom prst="rect">
            <a:avLst/>
          </a:prstGeom>
          <a:noFill/>
        </p:spPr>
        <p:txBody>
          <a:bodyPr wrap="square">
            <a:spAutoFit/>
          </a:bodyPr>
          <a:lstStyle/>
          <a:p>
            <a:pPr algn="ctr">
              <a:buNone/>
            </a:pPr>
            <a:br>
              <a:rPr lang="en-IN" sz="1600" kern="100" dirty="0">
                <a:effectLst/>
                <a:latin typeface="Aptos" panose="020B0004020202020204" pitchFamily="34" charset="0"/>
                <a:ea typeface="Aptos" panose="020B0004020202020204" pitchFamily="34" charset="0"/>
                <a:cs typeface="Times New Roman" panose="02020603050405020304" pitchFamily="18" charset="0"/>
              </a:rPr>
            </a:b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p>
            <a:pPr>
              <a:buNone/>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Safeguards</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Risk &gt; 85 → mandatory SCRAM</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(non‑negotiable)</a:t>
            </a:r>
          </a:p>
          <a:p>
            <a:pPr marL="342900" lvl="0" indent="-342900">
              <a:buSzPts val="1000"/>
              <a:buFont typeface="Symbol" panose="05050102010706020507" pitchFamily="18" charset="2"/>
              <a:buChar char=""/>
              <a:tabLst>
                <a:tab pos="457200" algn="l"/>
              </a:tabLst>
            </a:pPr>
            <a:r>
              <a:rPr lang="en-IN" sz="1600" kern="100" dirty="0">
                <a:effectLst/>
                <a:latin typeface="Aptos" panose="020B0004020202020204" pitchFamily="34" charset="0"/>
                <a:ea typeface="Aptos" panose="020B0004020202020204" pitchFamily="34" charset="0"/>
                <a:cs typeface="Times New Roman" panose="02020603050405020304" pitchFamily="18" charset="0"/>
              </a:rPr>
              <a:t>LLM </a:t>
            </a:r>
            <a:r>
              <a:rPr lang="en-IN" sz="1600" b="1" kern="100" dirty="0">
                <a:effectLst/>
                <a:latin typeface="Aptos" panose="020B0004020202020204" pitchFamily="34" charset="0"/>
                <a:ea typeface="Aptos" panose="020B0004020202020204" pitchFamily="34" charset="0"/>
                <a:cs typeface="Times New Roman" panose="02020603050405020304" pitchFamily="18" charset="0"/>
              </a:rPr>
              <a:t>cannot override</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safety rules</a:t>
            </a:r>
          </a:p>
          <a:p>
            <a:pPr marL="342900" lvl="0" indent="-342900">
              <a:buSzPts val="1000"/>
              <a:buFont typeface="Symbol" panose="05050102010706020507" pitchFamily="18" charset="2"/>
              <a:buChar char=""/>
              <a:tabLst>
                <a:tab pos="457200" algn="l"/>
              </a:tabLst>
            </a:pPr>
            <a:r>
              <a:rPr lang="en-IN" sz="1600" kern="100" dirty="0">
                <a:effectLst/>
                <a:latin typeface="Aptos" panose="020B0004020202020204" pitchFamily="34" charset="0"/>
                <a:ea typeface="Aptos" panose="020B0004020202020204" pitchFamily="34" charset="0"/>
                <a:cs typeface="Times New Roman" panose="02020603050405020304" pitchFamily="18" charset="0"/>
              </a:rPr>
              <a:t>Anti‑hallucination logic blocks false shutdowns</a:t>
            </a:r>
            <a:br>
              <a:rPr lang="en-IN" sz="1600" kern="100" dirty="0">
                <a:effectLst/>
                <a:latin typeface="Aptos" panose="020B0004020202020204" pitchFamily="34" charset="0"/>
                <a:ea typeface="Aptos" panose="020B0004020202020204" pitchFamily="34" charset="0"/>
                <a:cs typeface="Times New Roman" panose="02020603050405020304" pitchFamily="18" charset="0"/>
              </a:rPr>
            </a:b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p>
            <a:pPr>
              <a:buNone/>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Ready Today</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IN" sz="1600" kern="100" dirty="0">
                <a:effectLst/>
                <a:latin typeface="Aptos" panose="020B0004020202020204" pitchFamily="34" charset="0"/>
                <a:ea typeface="Aptos" panose="020B0004020202020204" pitchFamily="34" charset="0"/>
                <a:cs typeface="Times New Roman" panose="02020603050405020304" pitchFamily="18" charset="0"/>
              </a:rPr>
              <a:t>Fully operational in </a:t>
            </a:r>
            <a:r>
              <a:rPr lang="en-IN" sz="1600" b="1" kern="100" dirty="0">
                <a:effectLst/>
                <a:latin typeface="Aptos" panose="020B0004020202020204" pitchFamily="34" charset="0"/>
                <a:ea typeface="Aptos" panose="020B0004020202020204" pitchFamily="34" charset="0"/>
                <a:cs typeface="Times New Roman" panose="02020603050405020304" pitchFamily="18" charset="0"/>
              </a:rPr>
              <a:t>Python</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a:t>
            </a:r>
            <a:r>
              <a:rPr lang="en-IN" sz="1600" kern="100" dirty="0" err="1">
                <a:effectLst/>
                <a:latin typeface="Aptos" panose="020B0004020202020204" pitchFamily="34" charset="0"/>
                <a:ea typeface="Aptos" panose="020B0004020202020204" pitchFamily="34" charset="0"/>
                <a:cs typeface="Times New Roman" panose="02020603050405020304" pitchFamily="18" charset="0"/>
              </a:rPr>
              <a:t>asyncio</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a:t>
            </a:r>
            <a:r>
              <a:rPr lang="en-IN" sz="1600" kern="100" dirty="0" err="1">
                <a:effectLst/>
                <a:latin typeface="Aptos" panose="020B0004020202020204" pitchFamily="34" charset="0"/>
                <a:ea typeface="Aptos" panose="020B0004020202020204" pitchFamily="34" charset="0"/>
                <a:cs typeface="Times New Roman" panose="02020603050405020304" pitchFamily="18" charset="0"/>
              </a:rPr>
              <a:t>FastAPI</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Rich)</a:t>
            </a:r>
          </a:p>
          <a:p>
            <a:pPr marL="342900" lvl="0" indent="-342900">
              <a:buSzPts val="1000"/>
              <a:buFont typeface="Symbol" panose="05050102010706020507" pitchFamily="18" charset="2"/>
              <a:buChar char=""/>
              <a:tabLst>
                <a:tab pos="457200" algn="l"/>
              </a:tabLst>
            </a:pPr>
            <a:r>
              <a:rPr lang="en-IN" sz="1600" kern="100" dirty="0">
                <a:effectLst/>
                <a:latin typeface="Aptos" panose="020B0004020202020204" pitchFamily="34" charset="0"/>
                <a:ea typeface="Aptos" panose="020B0004020202020204" pitchFamily="34" charset="0"/>
                <a:cs typeface="Times New Roman" panose="02020603050405020304" pitchFamily="18" charset="0"/>
              </a:rPr>
              <a:t>Runs 60× accelerated simulation in </a:t>
            </a:r>
            <a:r>
              <a:rPr lang="en-IN" sz="1600" b="1" kern="100" dirty="0">
                <a:effectLst/>
                <a:latin typeface="Aptos" panose="020B0004020202020204" pitchFamily="34" charset="0"/>
                <a:ea typeface="Aptos" panose="020B0004020202020204" pitchFamily="34" charset="0"/>
                <a:cs typeface="Times New Roman" panose="02020603050405020304" pitchFamily="18" charset="0"/>
              </a:rPr>
              <a:t>~15 min</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IN" sz="1600" kern="100" dirty="0">
                <a:effectLst/>
                <a:latin typeface="Aptos" panose="020B0004020202020204" pitchFamily="34" charset="0"/>
                <a:ea typeface="Aptos" panose="020B0004020202020204" pitchFamily="34" charset="0"/>
                <a:cs typeface="Times New Roman" panose="02020603050405020304" pitchFamily="18" charset="0"/>
              </a:rPr>
              <a:t>Quick demo via --smoke-test</a:t>
            </a:r>
            <a:br>
              <a:rPr lang="en-IN" sz="1600" kern="100" dirty="0">
                <a:effectLst/>
                <a:latin typeface="Aptos" panose="020B0004020202020204" pitchFamily="34" charset="0"/>
                <a:ea typeface="Aptos" panose="020B0004020202020204" pitchFamily="34" charset="0"/>
                <a:cs typeface="Times New Roman" panose="02020603050405020304" pitchFamily="18" charset="0"/>
              </a:rPr>
            </a:b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p>
            <a:pPr>
              <a:buNone/>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Scale &amp; Reuse</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IN" sz="1600" kern="100" dirty="0">
                <a:effectLst/>
                <a:latin typeface="Aptos" panose="020B0004020202020204" pitchFamily="34" charset="0"/>
                <a:ea typeface="Aptos" panose="020B0004020202020204" pitchFamily="34" charset="0"/>
                <a:cs typeface="Times New Roman" panose="02020603050405020304" pitchFamily="18" charset="0"/>
              </a:rPr>
              <a:t>Azure‑ready (Event Hubs, Cosmos DB, AKS)</a:t>
            </a:r>
          </a:p>
          <a:p>
            <a:pPr marL="342900" lvl="0" indent="-342900">
              <a:buSzPts val="1000"/>
              <a:buFont typeface="Symbol" panose="05050102010706020507" pitchFamily="18" charset="2"/>
              <a:buChar char=""/>
              <a:tabLst>
                <a:tab pos="457200" algn="l"/>
              </a:tabLst>
            </a:pPr>
            <a:r>
              <a:rPr lang="en-IN" sz="1600" kern="100" dirty="0">
                <a:effectLst/>
                <a:latin typeface="Aptos" panose="020B0004020202020204" pitchFamily="34" charset="0"/>
                <a:ea typeface="Aptos" panose="020B0004020202020204" pitchFamily="34" charset="0"/>
                <a:cs typeface="Times New Roman" panose="02020603050405020304" pitchFamily="18" charset="0"/>
              </a:rPr>
              <a:t>Add new reactors via </a:t>
            </a:r>
            <a:r>
              <a:rPr lang="en-IN" sz="1600" b="1" kern="100" dirty="0">
                <a:effectLst/>
                <a:latin typeface="Aptos" panose="020B0004020202020204" pitchFamily="34" charset="0"/>
                <a:ea typeface="Aptos" panose="020B0004020202020204" pitchFamily="34" charset="0"/>
                <a:cs typeface="Times New Roman" panose="02020603050405020304" pitchFamily="18" charset="0"/>
              </a:rPr>
              <a:t>timeline config</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IN" sz="1600" kern="100" dirty="0">
                <a:effectLst/>
                <a:latin typeface="Aptos" panose="020B0004020202020204" pitchFamily="34" charset="0"/>
                <a:ea typeface="Aptos" panose="020B0004020202020204" pitchFamily="34" charset="0"/>
                <a:cs typeface="Times New Roman" panose="02020603050405020304" pitchFamily="18" charset="0"/>
              </a:rPr>
              <a:t>Agents reusable for </a:t>
            </a:r>
            <a:r>
              <a:rPr lang="en-IN" sz="1600" b="1" kern="100" dirty="0">
                <a:effectLst/>
                <a:latin typeface="Aptos" panose="020B0004020202020204" pitchFamily="34" charset="0"/>
                <a:ea typeface="Aptos" panose="020B0004020202020204" pitchFamily="34" charset="0"/>
                <a:cs typeface="Times New Roman" panose="02020603050405020304" pitchFamily="18" charset="0"/>
              </a:rPr>
              <a:t>oil &amp; gas</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a:t>
            </a:r>
            <a:r>
              <a:rPr lang="en-IN" sz="1600" b="1" kern="100" dirty="0">
                <a:effectLst/>
                <a:latin typeface="Aptos" panose="020B0004020202020204" pitchFamily="34" charset="0"/>
                <a:ea typeface="Aptos" panose="020B0004020202020204" pitchFamily="34" charset="0"/>
                <a:cs typeface="Times New Roman" panose="02020603050405020304" pitchFamily="18" charset="0"/>
              </a:rPr>
              <a:t>aviation</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a:t>
            </a:r>
            <a:r>
              <a:rPr lang="en-IN" sz="1600" b="1" kern="100" dirty="0">
                <a:effectLst/>
                <a:latin typeface="Aptos" panose="020B0004020202020204" pitchFamily="34" charset="0"/>
                <a:ea typeface="Aptos" panose="020B0004020202020204" pitchFamily="34" charset="0"/>
                <a:cs typeface="Times New Roman" panose="02020603050405020304" pitchFamily="18" charset="0"/>
              </a:rPr>
              <a:t>pharma</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and other safety‑critical domains</a:t>
            </a:r>
          </a:p>
          <a:p>
            <a:pPr marL="342900" lvl="0" indent="-342900">
              <a:buSzPts val="1000"/>
              <a:buFont typeface="Symbol" panose="05050102010706020507" pitchFamily="18" charset="2"/>
              <a:buChar char=""/>
              <a:tabLst>
                <a:tab pos="457200" algn="l"/>
              </a:tabLst>
            </a:pP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p>
            <a:pPr>
              <a:buNone/>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Impact</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AI SCRAM:</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38 minutes earlier</a:t>
            </a:r>
          </a:p>
          <a:p>
            <a:pPr marL="342900" lvl="0" indent="-342900">
              <a:buSzPts val="1000"/>
              <a:buFont typeface="Symbol" panose="05050102010706020507" pitchFamily="18" charset="2"/>
              <a:buChar char=""/>
              <a:tabLst>
                <a:tab pos="457200" algn="l"/>
              </a:tabLst>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AI Evacuation:</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35 hours earlier</a:t>
            </a:r>
          </a:p>
          <a:p>
            <a:pPr marL="342900" lvl="0" indent="-342900">
              <a:buSzPts val="1000"/>
              <a:buFont typeface="Symbol" panose="05050102010706020507" pitchFamily="18" charset="2"/>
              <a:buChar char=""/>
              <a:tabLst>
                <a:tab pos="457200" algn="l"/>
              </a:tabLst>
            </a:pPr>
            <a:r>
              <a:rPr lang="en-IN" sz="1600" kern="100" dirty="0">
                <a:effectLst/>
                <a:latin typeface="Aptos" panose="020B0004020202020204" pitchFamily="34" charset="0"/>
                <a:ea typeface="Aptos" panose="020B0004020202020204" pitchFamily="34" charset="0"/>
                <a:cs typeface="Times New Roman" panose="02020603050405020304" pitchFamily="18" charset="0"/>
              </a:rPr>
              <a:t>Real‑time plume model for 5–300 km range</a:t>
            </a:r>
          </a:p>
          <a:p>
            <a:pPr>
              <a:buNone/>
            </a:pPr>
            <a:r>
              <a:rPr lang="en-IN" sz="1600" kern="100" dirty="0">
                <a:effectLst/>
                <a:latin typeface="Aptos" panose="020B0004020202020204" pitchFamily="34" charset="0"/>
                <a:ea typeface="Aptos" panose="020B0004020202020204" pitchFamily="34" charset="0"/>
                <a:cs typeface="Times New Roman" panose="02020603050405020304" pitchFamily="18" charset="0"/>
              </a:rPr>
              <a:t> </a:t>
            </a:r>
          </a:p>
        </p:txBody>
      </p:sp>
    </p:spTree>
    <p:extLst>
      <p:ext uri="{BB962C8B-B14F-4D97-AF65-F5344CB8AC3E}">
        <p14:creationId xmlns:p14="http://schemas.microsoft.com/office/powerpoint/2010/main" val="2584598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0BDFA47-3131-D41A-22C6-EEB2C4526BFF}"/>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B444B612-394F-EF2B-A1CE-A63FFD554AF0}"/>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40286F9A-47A5-6B78-04AA-4A1D806EC6D7}"/>
              </a:ext>
            </a:extLst>
          </p:cNvPr>
          <p:cNvSpPr>
            <a:spLocks noGrp="1"/>
          </p:cNvSpPr>
          <p:nvPr>
            <p:ph type="sldNum" sz="quarter" idx="12"/>
          </p:nvPr>
        </p:nvSpPr>
        <p:spPr/>
        <p:txBody>
          <a:bodyPr/>
          <a:lstStyle/>
          <a:p>
            <a:pPr algn="r"/>
            <a:fld id="{5D9A5160-6218-4E5A-B9E6-B93E3DAE377C}" type="slidenum">
              <a:rPr lang="en-US" smtClean="0"/>
              <a:pPr algn="r"/>
              <a:t>6</a:t>
            </a:fld>
            <a:endParaRPr lang="en-US"/>
          </a:p>
        </p:txBody>
      </p:sp>
      <p:sp>
        <p:nvSpPr>
          <p:cNvPr id="5" name="Title 4">
            <a:extLst>
              <a:ext uri="{FF2B5EF4-FFF2-40B4-BE49-F238E27FC236}">
                <a16:creationId xmlns:a16="http://schemas.microsoft.com/office/drawing/2014/main" id="{F7C41EB7-CDC8-FDFB-88F4-67D96E0FE517}"/>
              </a:ext>
            </a:extLst>
          </p:cNvPr>
          <p:cNvSpPr>
            <a:spLocks noGrp="1"/>
          </p:cNvSpPr>
          <p:nvPr>
            <p:ph type="title"/>
          </p:nvPr>
        </p:nvSpPr>
        <p:spPr>
          <a:xfrm>
            <a:off x="5129580" y="324019"/>
            <a:ext cx="7998590" cy="666581"/>
          </a:xfrm>
        </p:spPr>
        <p:txBody>
          <a:bodyPr/>
          <a:lstStyle/>
          <a:p>
            <a:r>
              <a:rPr lang="en-US"/>
              <a:t>Functional Architecture</a:t>
            </a:r>
          </a:p>
        </p:txBody>
      </p:sp>
      <p:pic>
        <p:nvPicPr>
          <p:cNvPr id="113" name="Picture 112">
            <a:extLst>
              <a:ext uri="{FF2B5EF4-FFF2-40B4-BE49-F238E27FC236}">
                <a16:creationId xmlns:a16="http://schemas.microsoft.com/office/drawing/2014/main" id="{E4622426-680D-CD43-B48F-86E37FC1C406}"/>
              </a:ext>
            </a:extLst>
          </p:cNvPr>
          <p:cNvPicPr>
            <a:picLocks noChangeAspect="1"/>
          </p:cNvPicPr>
          <p:nvPr/>
        </p:nvPicPr>
        <p:blipFill>
          <a:blip r:embed="rId2"/>
          <a:srcRect l="444"/>
          <a:stretch>
            <a:fillRect/>
          </a:stretch>
        </p:blipFill>
        <p:spPr>
          <a:xfrm>
            <a:off x="1449444" y="1306604"/>
            <a:ext cx="9293112" cy="5227377"/>
          </a:xfrm>
          <a:prstGeom prst="rect">
            <a:avLst/>
          </a:prstGeom>
          <a:noFill/>
        </p:spPr>
      </p:pic>
    </p:spTree>
    <p:extLst>
      <p:ext uri="{BB962C8B-B14F-4D97-AF65-F5344CB8AC3E}">
        <p14:creationId xmlns:p14="http://schemas.microsoft.com/office/powerpoint/2010/main" val="29461894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F89310-FDF2-7D1F-58D0-9474410CA152}"/>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48E717B1-5AC4-E19D-A7D1-C26F6D6B63F1}"/>
              </a:ext>
            </a:extLst>
          </p:cNvPr>
          <p:cNvSpPr>
            <a:spLocks noGrp="1"/>
          </p:cNvSpPr>
          <p:nvPr>
            <p:ph type="dt" sz="half" idx="10"/>
          </p:nvPr>
        </p:nvSpPr>
        <p:spPr/>
        <p:txBody>
          <a:bodyPr/>
          <a:lstStyle/>
          <a:p>
            <a:pPr>
              <a:spcBef>
                <a:spcPts val="1000"/>
              </a:spcBef>
              <a:buFont typeface="Arial" panose="020B0604020202020204" pitchFamily="34" charset="0"/>
              <a:buNone/>
            </a:pPr>
            <a:r>
              <a:rPr lang="en-US">
                <a:latin typeface="Aptos" panose="020B0004020202020204" pitchFamily="34" charset="0"/>
              </a:rPr>
              <a:t>Company Confidential © Capgemini 2026. All rights reserved.</a:t>
            </a:r>
          </a:p>
        </p:txBody>
      </p:sp>
      <p:sp>
        <p:nvSpPr>
          <p:cNvPr id="4" name="Slide Number Placeholder 3">
            <a:extLst>
              <a:ext uri="{FF2B5EF4-FFF2-40B4-BE49-F238E27FC236}">
                <a16:creationId xmlns:a16="http://schemas.microsoft.com/office/drawing/2014/main" id="{4AE8E767-D2B2-8921-8C68-A74DB26C496B}"/>
              </a:ext>
            </a:extLst>
          </p:cNvPr>
          <p:cNvSpPr>
            <a:spLocks noGrp="1"/>
          </p:cNvSpPr>
          <p:nvPr>
            <p:ph type="sldNum" sz="quarter" idx="12"/>
          </p:nvPr>
        </p:nvSpPr>
        <p:spPr/>
        <p:txBody>
          <a:bodyPr/>
          <a:lstStyle/>
          <a:p>
            <a:pPr algn="r"/>
            <a:fld id="{5D9A5160-6218-4E5A-B9E6-B93E3DAE377C}" type="slidenum">
              <a:rPr lang="en-US" smtClean="0">
                <a:latin typeface="Aptos" panose="020B0004020202020204" pitchFamily="34" charset="0"/>
              </a:rPr>
              <a:pPr algn="r"/>
              <a:t>7</a:t>
            </a:fld>
            <a:endParaRPr lang="en-US">
              <a:latin typeface="Aptos" panose="020B0004020202020204" pitchFamily="34" charset="0"/>
            </a:endParaRPr>
          </a:p>
        </p:txBody>
      </p:sp>
      <p:sp>
        <p:nvSpPr>
          <p:cNvPr id="5" name="Title 4">
            <a:extLst>
              <a:ext uri="{FF2B5EF4-FFF2-40B4-BE49-F238E27FC236}">
                <a16:creationId xmlns:a16="http://schemas.microsoft.com/office/drawing/2014/main" id="{A91D0F46-1398-3408-1A2D-D53036639B6E}"/>
              </a:ext>
            </a:extLst>
          </p:cNvPr>
          <p:cNvSpPr>
            <a:spLocks noGrp="1"/>
          </p:cNvSpPr>
          <p:nvPr>
            <p:ph type="title"/>
          </p:nvPr>
        </p:nvSpPr>
        <p:spPr>
          <a:xfrm>
            <a:off x="3983200" y="324019"/>
            <a:ext cx="7753711" cy="666581"/>
          </a:xfrm>
        </p:spPr>
        <p:txBody>
          <a:bodyPr/>
          <a:lstStyle/>
          <a:p>
            <a:r>
              <a:rPr lang="en-US">
                <a:latin typeface="Aptos" panose="020B0004020202020204" pitchFamily="34" charset="0"/>
              </a:rPr>
              <a:t>High Level Technical Architecture</a:t>
            </a:r>
            <a:endParaRPr lang="en-NZ">
              <a:latin typeface="Aptos" panose="020B0004020202020204" pitchFamily="34" charset="0"/>
            </a:endParaRPr>
          </a:p>
        </p:txBody>
      </p:sp>
      <p:sp>
        <p:nvSpPr>
          <p:cNvPr id="6" name="Footer Placeholder 3">
            <a:extLst>
              <a:ext uri="{FF2B5EF4-FFF2-40B4-BE49-F238E27FC236}">
                <a16:creationId xmlns:a16="http://schemas.microsoft.com/office/drawing/2014/main" id="{53D0D5A9-0CA4-85EE-B8FD-B4D8DE8F62C4}"/>
              </a:ext>
            </a:extLst>
          </p:cNvPr>
          <p:cNvSpPr>
            <a:spLocks noGrp="1"/>
          </p:cNvSpPr>
          <p:nvPr>
            <p:ph type="ftr" sz="quarter" idx="11"/>
          </p:nvPr>
        </p:nvSpPr>
        <p:spPr>
          <a:xfrm>
            <a:off x="550863" y="6650661"/>
            <a:ext cx="4716524" cy="123111"/>
          </a:xfrm>
          <a:prstGeom prst="rect">
            <a:avLst/>
          </a:prstGeom>
        </p:spPr>
        <p:txBody>
          <a:bodyPr wrap="none" lIns="0" tIns="0" rIns="0" bIns="0" anchor="ctr" anchorCtr="0">
            <a:noAutofit/>
          </a:bodyPr>
          <a:lstStyle>
            <a:lvl1pPr>
              <a:defRPr lang="en-US" sz="800" smtClean="0">
                <a:solidFill>
                  <a:schemeClr val="bg1">
                    <a:lumMod val="65000"/>
                  </a:schemeClr>
                </a:solidFill>
              </a:defRPr>
            </a:lvl1pPr>
          </a:lstStyle>
          <a:p>
            <a:pPr>
              <a:spcBef>
                <a:spcPts val="1000"/>
              </a:spcBef>
              <a:buFont typeface="Arial" panose="020B0604020202020204" pitchFamily="34" charset="0"/>
              <a:buNone/>
            </a:pPr>
            <a:r>
              <a:rPr lang="en-AU">
                <a:latin typeface="Aptos" panose="020B0004020202020204" pitchFamily="34" charset="0"/>
              </a:rPr>
              <a:t>Agentic AI Hackathon 2026 – Supplier Price Management | Team: Agent 00X - </a:t>
            </a:r>
            <a:r>
              <a:rPr lang="en-AU" err="1">
                <a:latin typeface="Aptos" panose="020B0004020202020204" pitchFamily="34" charset="0"/>
              </a:rPr>
              <a:t>ProcureX</a:t>
            </a:r>
            <a:r>
              <a:rPr lang="en-AU">
                <a:latin typeface="Aptos" panose="020B0004020202020204" pitchFamily="34" charset="0"/>
              </a:rPr>
              <a:t> - License to Procure | 01 April 2026</a:t>
            </a:r>
          </a:p>
        </p:txBody>
      </p:sp>
      <p:sp>
        <p:nvSpPr>
          <p:cNvPr id="17" name="TextBox 16">
            <a:extLst>
              <a:ext uri="{FF2B5EF4-FFF2-40B4-BE49-F238E27FC236}">
                <a16:creationId xmlns:a16="http://schemas.microsoft.com/office/drawing/2014/main" id="{D289130B-19C9-F57E-3403-3EC665E073EA}"/>
              </a:ext>
            </a:extLst>
          </p:cNvPr>
          <p:cNvSpPr txBox="1"/>
          <p:nvPr/>
        </p:nvSpPr>
        <p:spPr>
          <a:xfrm>
            <a:off x="385238" y="840041"/>
            <a:ext cx="3516966" cy="402291"/>
          </a:xfrm>
          <a:prstGeom prst="rect">
            <a:avLst/>
          </a:prstGeom>
          <a:noFill/>
        </p:spPr>
        <p:txBody>
          <a:bodyPr vert="horz" wrap="none" lIns="90000" tIns="46800" rIns="90000" bIns="46800" rtlCol="0" anchor="ctr">
            <a:spAutoFit/>
          </a:bodyPr>
          <a:lstStyle/>
          <a:p>
            <a:pPr algn="l">
              <a:spcBef>
                <a:spcPct val="0"/>
              </a:spcBef>
            </a:pPr>
            <a:r>
              <a:rPr lang="en-US" sz="2000">
                <a:solidFill>
                  <a:schemeClr val="bg1"/>
                </a:solidFill>
                <a:latin typeface="Aptos" panose="020B0004020202020204" pitchFamily="34" charset="0"/>
              </a:rPr>
              <a:t>Real-time resilience Approach</a:t>
            </a:r>
          </a:p>
        </p:txBody>
      </p:sp>
      <p:sp>
        <p:nvSpPr>
          <p:cNvPr id="19" name="Rectangle: Rounded Corners 18">
            <a:extLst>
              <a:ext uri="{FF2B5EF4-FFF2-40B4-BE49-F238E27FC236}">
                <a16:creationId xmlns:a16="http://schemas.microsoft.com/office/drawing/2014/main" id="{80A6266D-F60E-37C9-0C68-594F49FE0A8D}"/>
              </a:ext>
            </a:extLst>
          </p:cNvPr>
          <p:cNvSpPr/>
          <p:nvPr/>
        </p:nvSpPr>
        <p:spPr>
          <a:xfrm>
            <a:off x="2995662" y="1436564"/>
            <a:ext cx="5980172" cy="3680243"/>
          </a:xfrm>
          <a:prstGeom prst="roundRect">
            <a:avLst>
              <a:gd name="adj" fmla="val 4016"/>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400" err="1">
              <a:solidFill>
                <a:schemeClr val="tx1"/>
              </a:solidFill>
              <a:latin typeface="Aptos" panose="020B0004020202020204" pitchFamily="34" charset="0"/>
            </a:endParaRPr>
          </a:p>
        </p:txBody>
      </p:sp>
      <p:sp>
        <p:nvSpPr>
          <p:cNvPr id="18" name="Rectangle: Rounded Corners 17">
            <a:extLst>
              <a:ext uri="{FF2B5EF4-FFF2-40B4-BE49-F238E27FC236}">
                <a16:creationId xmlns:a16="http://schemas.microsoft.com/office/drawing/2014/main" id="{FAC8C093-0651-FAE7-90C1-6BA4E0D3E5C7}"/>
              </a:ext>
            </a:extLst>
          </p:cNvPr>
          <p:cNvSpPr/>
          <p:nvPr/>
        </p:nvSpPr>
        <p:spPr>
          <a:xfrm>
            <a:off x="129186" y="1483215"/>
            <a:ext cx="1026137" cy="4456388"/>
          </a:xfrm>
          <a:prstGeom prst="roundRect">
            <a:avLst>
              <a:gd name="adj" fmla="val 6493"/>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400" err="1">
              <a:solidFill>
                <a:schemeClr val="tx1"/>
              </a:solidFill>
              <a:latin typeface="Aptos" panose="020B0004020202020204" pitchFamily="34" charset="0"/>
            </a:endParaRPr>
          </a:p>
        </p:txBody>
      </p:sp>
      <p:sp>
        <p:nvSpPr>
          <p:cNvPr id="55" name="Rectangle: Rounded Corners 54">
            <a:extLst>
              <a:ext uri="{FF2B5EF4-FFF2-40B4-BE49-F238E27FC236}">
                <a16:creationId xmlns:a16="http://schemas.microsoft.com/office/drawing/2014/main" id="{1E4C287C-12A8-0E8E-DD7A-33E9C6C37685}"/>
              </a:ext>
            </a:extLst>
          </p:cNvPr>
          <p:cNvSpPr/>
          <p:nvPr/>
        </p:nvSpPr>
        <p:spPr>
          <a:xfrm>
            <a:off x="159525" y="2074707"/>
            <a:ext cx="956438" cy="3794387"/>
          </a:xfrm>
          <a:prstGeom prst="roundRect">
            <a:avLst>
              <a:gd name="adj" fmla="val 7857"/>
            </a:avLst>
          </a:prstGeom>
          <a:solidFill>
            <a:schemeClr val="bg1"/>
          </a:solidFill>
          <a:ln w="9525">
            <a:solidFill>
              <a:srgbClr val="1ABAEF"/>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400" err="1">
              <a:solidFill>
                <a:schemeClr val="tx1"/>
              </a:solidFill>
              <a:latin typeface="Aptos" panose="020B0004020202020204" pitchFamily="34" charset="0"/>
            </a:endParaRPr>
          </a:p>
        </p:txBody>
      </p:sp>
      <p:sp>
        <p:nvSpPr>
          <p:cNvPr id="27" name="TextBox 26">
            <a:extLst>
              <a:ext uri="{FF2B5EF4-FFF2-40B4-BE49-F238E27FC236}">
                <a16:creationId xmlns:a16="http://schemas.microsoft.com/office/drawing/2014/main" id="{43E13C4C-43A1-A89C-74EF-933E3E13B8E2}"/>
              </a:ext>
            </a:extLst>
          </p:cNvPr>
          <p:cNvSpPr txBox="1"/>
          <p:nvPr/>
        </p:nvSpPr>
        <p:spPr>
          <a:xfrm>
            <a:off x="358375" y="3260841"/>
            <a:ext cx="745524" cy="586957"/>
          </a:xfrm>
          <a:prstGeom prst="rect">
            <a:avLst/>
          </a:prstGeom>
          <a:noFill/>
        </p:spPr>
        <p:txBody>
          <a:bodyPr vert="horz" wrap="square" lIns="90000" tIns="46800" rIns="90000" bIns="46800" rtlCol="0" anchor="ctr">
            <a:spAutoFit/>
          </a:bodyPr>
          <a:lstStyle/>
          <a:p>
            <a:pPr>
              <a:spcBef>
                <a:spcPct val="0"/>
              </a:spcBef>
            </a:pPr>
            <a:r>
              <a:rPr lang="en-US" sz="1600">
                <a:latin typeface="Aptos" panose="020B0004020202020204" pitchFamily="34" charset="0"/>
              </a:rPr>
              <a:t>IOT Data</a:t>
            </a:r>
            <a:endParaRPr lang="en-NZ" sz="1600">
              <a:latin typeface="Aptos" panose="020B0004020202020204" pitchFamily="34" charset="0"/>
            </a:endParaRPr>
          </a:p>
        </p:txBody>
      </p:sp>
      <p:sp>
        <p:nvSpPr>
          <p:cNvPr id="33" name="TextBox 32">
            <a:extLst>
              <a:ext uri="{FF2B5EF4-FFF2-40B4-BE49-F238E27FC236}">
                <a16:creationId xmlns:a16="http://schemas.microsoft.com/office/drawing/2014/main" id="{FB32297A-09BE-F6E1-C06D-F1D5595626CC}"/>
              </a:ext>
            </a:extLst>
          </p:cNvPr>
          <p:cNvSpPr txBox="1"/>
          <p:nvPr/>
        </p:nvSpPr>
        <p:spPr>
          <a:xfrm>
            <a:off x="129186" y="1614899"/>
            <a:ext cx="1026137" cy="402291"/>
          </a:xfrm>
          <a:prstGeom prst="rect">
            <a:avLst/>
          </a:prstGeom>
          <a:noFill/>
        </p:spPr>
        <p:txBody>
          <a:bodyPr vert="horz" wrap="square" lIns="90000" tIns="46800" rIns="90000" bIns="46800" rtlCol="0" anchor="ctr">
            <a:spAutoFit/>
          </a:bodyPr>
          <a:lstStyle/>
          <a:p>
            <a:pPr algn="ctr">
              <a:spcBef>
                <a:spcPct val="0"/>
              </a:spcBef>
            </a:pPr>
            <a:r>
              <a:rPr lang="en-US" sz="2000" b="1">
                <a:latin typeface="Aptos" panose="020B0004020202020204" pitchFamily="34" charset="0"/>
              </a:rPr>
              <a:t>Source</a:t>
            </a:r>
            <a:endParaRPr lang="en-NZ" sz="2000" b="1">
              <a:latin typeface="Aptos" panose="020B0004020202020204" pitchFamily="34" charset="0"/>
            </a:endParaRPr>
          </a:p>
        </p:txBody>
      </p:sp>
      <p:sp>
        <p:nvSpPr>
          <p:cNvPr id="75" name="Rectangle: Rounded Corners 74">
            <a:extLst>
              <a:ext uri="{FF2B5EF4-FFF2-40B4-BE49-F238E27FC236}">
                <a16:creationId xmlns:a16="http://schemas.microsoft.com/office/drawing/2014/main" id="{701D732A-08B5-51FA-423E-29789DBD1BC9}"/>
              </a:ext>
            </a:extLst>
          </p:cNvPr>
          <p:cNvSpPr/>
          <p:nvPr/>
        </p:nvSpPr>
        <p:spPr>
          <a:xfrm>
            <a:off x="2971507" y="5307951"/>
            <a:ext cx="5980172" cy="563978"/>
          </a:xfrm>
          <a:prstGeom prst="roundRect">
            <a:avLst>
              <a:gd name="adj" fmla="val 15260"/>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AU" sz="1400" b="1">
                <a:solidFill>
                  <a:schemeClr val="tx1"/>
                </a:solidFill>
                <a:latin typeface="Aptos" panose="020B0004020202020204" pitchFamily="34" charset="0"/>
              </a:rPr>
              <a:t>Human in the loop </a:t>
            </a:r>
            <a:r>
              <a:rPr lang="en-AU" sz="1400" b="1">
                <a:solidFill>
                  <a:srgbClr val="003B73"/>
                </a:solidFill>
                <a:latin typeface="Aptos" panose="020B0004020202020204" pitchFamily="34" charset="0"/>
              </a:rPr>
              <a:t>(Overwrite)</a:t>
            </a:r>
          </a:p>
        </p:txBody>
      </p:sp>
      <p:pic>
        <p:nvPicPr>
          <p:cNvPr id="76" name="Graphic 75" descr="User with solid fill">
            <a:extLst>
              <a:ext uri="{FF2B5EF4-FFF2-40B4-BE49-F238E27FC236}">
                <a16:creationId xmlns:a16="http://schemas.microsoft.com/office/drawing/2014/main" id="{108049E0-D3F3-0FFD-3EAD-7B7D971028B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068814" y="5368219"/>
            <a:ext cx="360355" cy="360355"/>
          </a:xfrm>
          <a:prstGeom prst="rect">
            <a:avLst/>
          </a:prstGeom>
          <a:effectLst/>
        </p:spPr>
      </p:pic>
      <p:pic>
        <p:nvPicPr>
          <p:cNvPr id="78" name="Picture 77">
            <a:extLst>
              <a:ext uri="{FF2B5EF4-FFF2-40B4-BE49-F238E27FC236}">
                <a16:creationId xmlns:a16="http://schemas.microsoft.com/office/drawing/2014/main" id="{9F719123-6B14-AFEA-EF6F-F9E07BB4B161}"/>
              </a:ext>
            </a:extLst>
          </p:cNvPr>
          <p:cNvPicPr>
            <a:picLocks noChangeAspect="1"/>
          </p:cNvPicPr>
          <p:nvPr/>
        </p:nvPicPr>
        <p:blipFill>
          <a:blip r:embed="rId3"/>
          <a:stretch>
            <a:fillRect/>
          </a:stretch>
        </p:blipFill>
        <p:spPr>
          <a:xfrm>
            <a:off x="3058871" y="5559363"/>
            <a:ext cx="380240" cy="380240"/>
          </a:xfrm>
          <a:prstGeom prst="rect">
            <a:avLst/>
          </a:prstGeom>
          <a:effectLst/>
        </p:spPr>
      </p:pic>
      <p:grpSp>
        <p:nvGrpSpPr>
          <p:cNvPr id="1065" name="Group 1064">
            <a:extLst>
              <a:ext uri="{FF2B5EF4-FFF2-40B4-BE49-F238E27FC236}">
                <a16:creationId xmlns:a16="http://schemas.microsoft.com/office/drawing/2014/main" id="{5FC8DEC0-BD88-E8E2-13EA-4E82508D3776}"/>
              </a:ext>
            </a:extLst>
          </p:cNvPr>
          <p:cNvGrpSpPr/>
          <p:nvPr/>
        </p:nvGrpSpPr>
        <p:grpSpPr>
          <a:xfrm>
            <a:off x="9146039" y="1429406"/>
            <a:ext cx="2604688" cy="5221251"/>
            <a:chOff x="9146039" y="1962077"/>
            <a:chExt cx="2604688" cy="2883192"/>
          </a:xfrm>
        </p:grpSpPr>
        <p:sp>
          <p:nvSpPr>
            <p:cNvPr id="34" name="Rectangle: Rounded Corners 33">
              <a:extLst>
                <a:ext uri="{FF2B5EF4-FFF2-40B4-BE49-F238E27FC236}">
                  <a16:creationId xmlns:a16="http://schemas.microsoft.com/office/drawing/2014/main" id="{8F9AC2EA-2EE3-9555-0CC5-F1B958457588}"/>
                </a:ext>
              </a:extLst>
            </p:cNvPr>
            <p:cNvSpPr/>
            <p:nvPr/>
          </p:nvSpPr>
          <p:spPr>
            <a:xfrm>
              <a:off x="9146039" y="1962077"/>
              <a:ext cx="2596003" cy="2883192"/>
            </a:xfrm>
            <a:prstGeom prst="roundRect">
              <a:avLst>
                <a:gd name="adj" fmla="val 6493"/>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400" err="1">
                <a:solidFill>
                  <a:schemeClr val="tx1"/>
                </a:solidFill>
                <a:latin typeface="Aptos" panose="020B0004020202020204" pitchFamily="34" charset="0"/>
              </a:endParaRPr>
            </a:p>
          </p:txBody>
        </p:sp>
        <p:sp>
          <p:nvSpPr>
            <p:cNvPr id="1027" name="TextBox 1026">
              <a:extLst>
                <a:ext uri="{FF2B5EF4-FFF2-40B4-BE49-F238E27FC236}">
                  <a16:creationId xmlns:a16="http://schemas.microsoft.com/office/drawing/2014/main" id="{404AE9B3-7EA1-EC89-957F-893B44F40893}"/>
                </a:ext>
              </a:extLst>
            </p:cNvPr>
            <p:cNvSpPr txBox="1"/>
            <p:nvPr/>
          </p:nvSpPr>
          <p:spPr>
            <a:xfrm>
              <a:off x="9154724" y="2106312"/>
              <a:ext cx="2596003" cy="314553"/>
            </a:xfrm>
            <a:prstGeom prst="rect">
              <a:avLst/>
            </a:prstGeom>
            <a:noFill/>
          </p:spPr>
          <p:txBody>
            <a:bodyPr vert="horz" wrap="square" lIns="90000" tIns="46800" rIns="90000" bIns="46800" rtlCol="0" anchor="ctr">
              <a:spAutoFit/>
            </a:bodyPr>
            <a:lstStyle/>
            <a:p>
              <a:pPr algn="ctr">
                <a:spcBef>
                  <a:spcPct val="0"/>
                </a:spcBef>
              </a:pPr>
              <a:r>
                <a:rPr lang="en-US" sz="2000" b="1">
                  <a:latin typeface="Aptos" panose="020B0004020202020204" pitchFamily="34" charset="0"/>
                </a:rPr>
                <a:t>Technologies</a:t>
              </a:r>
              <a:endParaRPr lang="en-NZ" sz="2000" b="1">
                <a:latin typeface="Aptos" panose="020B0004020202020204" pitchFamily="34" charset="0"/>
              </a:endParaRPr>
            </a:p>
          </p:txBody>
        </p:sp>
        <p:sp>
          <p:nvSpPr>
            <p:cNvPr id="1035" name="Rectangle: Rounded Corners 1034">
              <a:extLst>
                <a:ext uri="{FF2B5EF4-FFF2-40B4-BE49-F238E27FC236}">
                  <a16:creationId xmlns:a16="http://schemas.microsoft.com/office/drawing/2014/main" id="{55BD629F-2EA3-AC5F-7461-A0828B60D1B4}"/>
                </a:ext>
              </a:extLst>
            </p:cNvPr>
            <p:cNvSpPr/>
            <p:nvPr/>
          </p:nvSpPr>
          <p:spPr>
            <a:xfrm>
              <a:off x="9254299" y="2503306"/>
              <a:ext cx="2386838" cy="2156994"/>
            </a:xfrm>
            <a:prstGeom prst="roundRect">
              <a:avLst>
                <a:gd name="adj" fmla="val 7857"/>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400" err="1">
                <a:solidFill>
                  <a:schemeClr val="tx1"/>
                </a:solidFill>
                <a:latin typeface="Aptos" panose="020B0004020202020204" pitchFamily="34" charset="0"/>
              </a:endParaRPr>
            </a:p>
          </p:txBody>
        </p:sp>
        <p:sp>
          <p:nvSpPr>
            <p:cNvPr id="1029" name="TextBox 1028">
              <a:extLst>
                <a:ext uri="{FF2B5EF4-FFF2-40B4-BE49-F238E27FC236}">
                  <a16:creationId xmlns:a16="http://schemas.microsoft.com/office/drawing/2014/main" id="{65E643FD-1BFF-9EA7-AA82-1EB0F96A9EDA}"/>
                </a:ext>
              </a:extLst>
            </p:cNvPr>
            <p:cNvSpPr txBox="1"/>
            <p:nvPr/>
          </p:nvSpPr>
          <p:spPr>
            <a:xfrm>
              <a:off x="9310127" y="2953982"/>
              <a:ext cx="2224232" cy="1275868"/>
            </a:xfrm>
            <a:prstGeom prst="rect">
              <a:avLst/>
            </a:prstGeom>
            <a:noFill/>
          </p:spPr>
          <p:txBody>
            <a:bodyPr vert="horz" wrap="square" lIns="90000" tIns="46800" rIns="90000" bIns="46800" rtlCol="0" anchor="ctr">
              <a:spAutoFit/>
            </a:bodyPr>
            <a:lstStyle/>
            <a:p>
              <a:pPr marL="285750" indent="-285750">
                <a:spcBef>
                  <a:spcPct val="0"/>
                </a:spcBef>
                <a:buFont typeface="Arial" panose="020B0604020202020204" pitchFamily="34" charset="0"/>
                <a:buChar char="•"/>
              </a:pPr>
              <a:r>
                <a:rPr lang="en-NZ" sz="1600">
                  <a:latin typeface="Aptos" panose="020B0004020202020204" pitchFamily="34" charset="0"/>
                </a:rPr>
                <a:t>Copilot Studio</a:t>
              </a:r>
            </a:p>
            <a:p>
              <a:pPr marL="285750" indent="-285750">
                <a:spcBef>
                  <a:spcPct val="0"/>
                </a:spcBef>
                <a:buFont typeface="Arial" panose="020B0604020202020204" pitchFamily="34" charset="0"/>
                <a:buChar char="•"/>
              </a:pPr>
              <a:r>
                <a:rPr lang="en-NZ" sz="1600">
                  <a:latin typeface="Aptos" panose="020B0004020202020204" pitchFamily="34" charset="0"/>
                </a:rPr>
                <a:t>Microsoft Foundry</a:t>
              </a:r>
            </a:p>
            <a:p>
              <a:pPr marL="285750" indent="-285750">
                <a:spcBef>
                  <a:spcPct val="0"/>
                </a:spcBef>
                <a:buFont typeface="Arial" panose="020B0604020202020204" pitchFamily="34" charset="0"/>
                <a:buChar char="•"/>
              </a:pPr>
              <a:r>
                <a:rPr lang="en-NZ" sz="1600">
                  <a:latin typeface="Aptos" panose="020B0004020202020204" pitchFamily="34" charset="0"/>
                </a:rPr>
                <a:t>GPT-4.1-mini</a:t>
              </a:r>
            </a:p>
            <a:p>
              <a:pPr marL="285750" indent="-285750">
                <a:spcBef>
                  <a:spcPct val="0"/>
                </a:spcBef>
                <a:buFont typeface="Arial" panose="020B0604020202020204" pitchFamily="34" charset="0"/>
                <a:buChar char="•"/>
              </a:pPr>
              <a:r>
                <a:rPr lang="en-NZ" sz="1600">
                  <a:latin typeface="Aptos" panose="020B0004020202020204" pitchFamily="34" charset="0"/>
                </a:rPr>
                <a:t>Azure Event Hubs</a:t>
              </a:r>
            </a:p>
            <a:p>
              <a:pPr marL="285750" indent="-285750">
                <a:spcBef>
                  <a:spcPct val="0"/>
                </a:spcBef>
                <a:buFont typeface="Arial" panose="020B0604020202020204" pitchFamily="34" charset="0"/>
                <a:buChar char="•"/>
              </a:pPr>
              <a:r>
                <a:rPr lang="en-NZ" sz="1600">
                  <a:latin typeface="Aptos" panose="020B0004020202020204" pitchFamily="34" charset="0"/>
                </a:rPr>
                <a:t>Azure Service Bus</a:t>
              </a:r>
            </a:p>
            <a:p>
              <a:pPr marL="285750" indent="-285750">
                <a:spcBef>
                  <a:spcPct val="0"/>
                </a:spcBef>
                <a:buFont typeface="Arial" panose="020B0604020202020204" pitchFamily="34" charset="0"/>
                <a:buChar char="•"/>
              </a:pPr>
              <a:r>
                <a:rPr lang="en-NZ" sz="1600">
                  <a:latin typeface="Aptos" panose="020B0004020202020204" pitchFamily="34" charset="0"/>
                </a:rPr>
                <a:t>Azure Cosmos DB</a:t>
              </a:r>
            </a:p>
            <a:p>
              <a:pPr marL="285750" indent="-285750">
                <a:spcBef>
                  <a:spcPct val="0"/>
                </a:spcBef>
                <a:buFont typeface="Arial" panose="020B0604020202020204" pitchFamily="34" charset="0"/>
                <a:buChar char="•"/>
              </a:pPr>
              <a:r>
                <a:rPr lang="en-NZ" sz="1600">
                  <a:latin typeface="Aptos" panose="020B0004020202020204" pitchFamily="34" charset="0"/>
                </a:rPr>
                <a:t>React on AKS</a:t>
              </a:r>
            </a:p>
            <a:p>
              <a:pPr marL="285750" indent="-285750">
                <a:spcBef>
                  <a:spcPct val="0"/>
                </a:spcBef>
                <a:buFont typeface="Arial" panose="020B0604020202020204" pitchFamily="34" charset="0"/>
                <a:buChar char="•"/>
              </a:pPr>
              <a:r>
                <a:rPr lang="en-NZ" sz="1600">
                  <a:latin typeface="Aptos" panose="020B0004020202020204" pitchFamily="34" charset="0"/>
                </a:rPr>
                <a:t>Fast API</a:t>
              </a:r>
            </a:p>
            <a:p>
              <a:pPr marL="285750" indent="-285750">
                <a:spcBef>
                  <a:spcPct val="0"/>
                </a:spcBef>
                <a:buFont typeface="Arial" panose="020B0604020202020204" pitchFamily="34" charset="0"/>
                <a:buChar char="•"/>
              </a:pPr>
              <a:r>
                <a:rPr lang="en-NZ" sz="1600">
                  <a:latin typeface="Aptos" panose="020B0004020202020204" pitchFamily="34" charset="0"/>
                </a:rPr>
                <a:t>Azure ADLS</a:t>
              </a:r>
            </a:p>
          </p:txBody>
        </p:sp>
      </p:grpSp>
      <p:grpSp>
        <p:nvGrpSpPr>
          <p:cNvPr id="1041" name="Group 1040">
            <a:extLst>
              <a:ext uri="{FF2B5EF4-FFF2-40B4-BE49-F238E27FC236}">
                <a16:creationId xmlns:a16="http://schemas.microsoft.com/office/drawing/2014/main" id="{630EBB98-BC49-3E7F-4176-6D69F01F8F03}"/>
              </a:ext>
            </a:extLst>
          </p:cNvPr>
          <p:cNvGrpSpPr/>
          <p:nvPr/>
        </p:nvGrpSpPr>
        <p:grpSpPr>
          <a:xfrm>
            <a:off x="220769" y="6085936"/>
            <a:ext cx="11557572" cy="279180"/>
            <a:chOff x="220769" y="5949305"/>
            <a:chExt cx="11557572" cy="279180"/>
          </a:xfrm>
        </p:grpSpPr>
        <p:cxnSp>
          <p:nvCxnSpPr>
            <p:cNvPr id="1038" name="Straight Connector 1037">
              <a:extLst>
                <a:ext uri="{FF2B5EF4-FFF2-40B4-BE49-F238E27FC236}">
                  <a16:creationId xmlns:a16="http://schemas.microsoft.com/office/drawing/2014/main" id="{DD686C36-AC5E-952D-6AB0-6D86BB20AE8C}"/>
                </a:ext>
              </a:extLst>
            </p:cNvPr>
            <p:cNvCxnSpPr/>
            <p:nvPr/>
          </p:nvCxnSpPr>
          <p:spPr>
            <a:xfrm>
              <a:off x="220769" y="5960623"/>
              <a:ext cx="11557572"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039" name="TextBox 1038">
              <a:extLst>
                <a:ext uri="{FF2B5EF4-FFF2-40B4-BE49-F238E27FC236}">
                  <a16:creationId xmlns:a16="http://schemas.microsoft.com/office/drawing/2014/main" id="{23315EB8-D6D0-B050-7A08-AA01C715EEEA}"/>
                </a:ext>
              </a:extLst>
            </p:cNvPr>
            <p:cNvSpPr txBox="1"/>
            <p:nvPr/>
          </p:nvSpPr>
          <p:spPr>
            <a:xfrm>
              <a:off x="220769" y="5949305"/>
              <a:ext cx="11557572" cy="279180"/>
            </a:xfrm>
            <a:prstGeom prst="rect">
              <a:avLst/>
            </a:prstGeom>
            <a:noFill/>
          </p:spPr>
          <p:txBody>
            <a:bodyPr vert="horz" wrap="square" lIns="90000" tIns="46800" rIns="90000" bIns="46800" rtlCol="0" anchor="ctr">
              <a:spAutoFit/>
            </a:bodyPr>
            <a:lstStyle/>
            <a:p>
              <a:pPr algn="ctr">
                <a:spcBef>
                  <a:spcPct val="0"/>
                </a:spcBef>
              </a:pPr>
              <a:r>
                <a:rPr lang="en-AU" sz="1200">
                  <a:solidFill>
                    <a:schemeClr val="tx1">
                      <a:lumMod val="75000"/>
                      <a:lumOff val="25000"/>
                    </a:schemeClr>
                  </a:solidFill>
                  <a:latin typeface="Aptos" panose="020B0004020202020204" pitchFamily="34" charset="0"/>
                </a:rPr>
                <a:t>Monitoring &amp; Insights     |     Governance &amp; Compliance     |     Memory &amp; Optimisation    </a:t>
              </a:r>
            </a:p>
          </p:txBody>
        </p:sp>
      </p:grpSp>
      <p:grpSp>
        <p:nvGrpSpPr>
          <p:cNvPr id="1064" name="Group 1063">
            <a:extLst>
              <a:ext uri="{FF2B5EF4-FFF2-40B4-BE49-F238E27FC236}">
                <a16:creationId xmlns:a16="http://schemas.microsoft.com/office/drawing/2014/main" id="{48838C34-34EA-1155-04ED-67296EA16DF8}"/>
              </a:ext>
            </a:extLst>
          </p:cNvPr>
          <p:cNvGrpSpPr/>
          <p:nvPr/>
        </p:nvGrpSpPr>
        <p:grpSpPr>
          <a:xfrm>
            <a:off x="1354173" y="1473611"/>
            <a:ext cx="7690009" cy="3179793"/>
            <a:chOff x="1251121" y="1371781"/>
            <a:chExt cx="7690009" cy="3179793"/>
          </a:xfrm>
        </p:grpSpPr>
        <p:sp>
          <p:nvSpPr>
            <p:cNvPr id="40" name="Rectangle: Rounded Corners 39">
              <a:extLst>
                <a:ext uri="{FF2B5EF4-FFF2-40B4-BE49-F238E27FC236}">
                  <a16:creationId xmlns:a16="http://schemas.microsoft.com/office/drawing/2014/main" id="{349B4E77-9910-AB45-0D3C-F9E716D4B6DF}"/>
                </a:ext>
              </a:extLst>
            </p:cNvPr>
            <p:cNvSpPr/>
            <p:nvPr/>
          </p:nvSpPr>
          <p:spPr>
            <a:xfrm>
              <a:off x="3480454" y="1596573"/>
              <a:ext cx="4969864" cy="2773529"/>
            </a:xfrm>
            <a:prstGeom prst="roundRect">
              <a:avLst>
                <a:gd name="adj" fmla="val 7857"/>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400" err="1">
                <a:solidFill>
                  <a:schemeClr val="tx1"/>
                </a:solidFill>
                <a:latin typeface="Aptos" panose="020B0004020202020204" pitchFamily="34" charset="0"/>
              </a:endParaRPr>
            </a:p>
          </p:txBody>
        </p:sp>
        <p:sp>
          <p:nvSpPr>
            <p:cNvPr id="35" name="Rectangle: Rounded Corners 34">
              <a:extLst>
                <a:ext uri="{FF2B5EF4-FFF2-40B4-BE49-F238E27FC236}">
                  <a16:creationId xmlns:a16="http://schemas.microsoft.com/office/drawing/2014/main" id="{3DF516E7-4409-7E6D-2CB3-A16759FC594F}"/>
                </a:ext>
              </a:extLst>
            </p:cNvPr>
            <p:cNvSpPr/>
            <p:nvPr/>
          </p:nvSpPr>
          <p:spPr>
            <a:xfrm>
              <a:off x="1251121" y="1371781"/>
              <a:ext cx="1817937" cy="491709"/>
            </a:xfrm>
            <a:prstGeom prst="roundRect">
              <a:avLst/>
            </a:prstGeom>
            <a:solidFill>
              <a:srgbClr val="003B73"/>
            </a:solidFill>
            <a:ln>
              <a:no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AU" sz="2000">
                  <a:solidFill>
                    <a:schemeClr val="bg2"/>
                  </a:solidFill>
                  <a:latin typeface="Aptos" panose="020B0004020202020204" pitchFamily="34" charset="0"/>
                </a:rPr>
                <a:t>Orchestrator</a:t>
              </a:r>
            </a:p>
          </p:txBody>
        </p:sp>
        <p:sp>
          <p:nvSpPr>
            <p:cNvPr id="36" name="Rectangle: Rounded Corners 35">
              <a:extLst>
                <a:ext uri="{FF2B5EF4-FFF2-40B4-BE49-F238E27FC236}">
                  <a16:creationId xmlns:a16="http://schemas.microsoft.com/office/drawing/2014/main" id="{E98446ED-1EEB-9DD6-969A-0168658A8E3C}"/>
                </a:ext>
              </a:extLst>
            </p:cNvPr>
            <p:cNvSpPr/>
            <p:nvPr/>
          </p:nvSpPr>
          <p:spPr>
            <a:xfrm>
              <a:off x="3797301" y="2107233"/>
              <a:ext cx="1866384" cy="628196"/>
            </a:xfrm>
            <a:prstGeom prst="roundRect">
              <a:avLst/>
            </a:prstGeom>
            <a:solidFill>
              <a:srgbClr val="1570C5"/>
            </a:solidFill>
            <a:ln>
              <a:no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AU" sz="1600">
                  <a:solidFill>
                    <a:schemeClr val="bg2"/>
                  </a:solidFill>
                  <a:latin typeface="Aptos" panose="020B0004020202020204" pitchFamily="34" charset="0"/>
                </a:rPr>
                <a:t>Sensor Agent</a:t>
              </a:r>
            </a:p>
          </p:txBody>
        </p:sp>
        <p:sp>
          <p:nvSpPr>
            <p:cNvPr id="37" name="Rectangle: Rounded Corners 36">
              <a:extLst>
                <a:ext uri="{FF2B5EF4-FFF2-40B4-BE49-F238E27FC236}">
                  <a16:creationId xmlns:a16="http://schemas.microsoft.com/office/drawing/2014/main" id="{467FD8B8-3043-4D14-9136-91F03574AA46}"/>
                </a:ext>
              </a:extLst>
            </p:cNvPr>
            <p:cNvSpPr/>
            <p:nvPr/>
          </p:nvSpPr>
          <p:spPr>
            <a:xfrm>
              <a:off x="3784349" y="3704558"/>
              <a:ext cx="1866384" cy="628196"/>
            </a:xfrm>
            <a:prstGeom prst="roundRect">
              <a:avLst/>
            </a:prstGeom>
            <a:solidFill>
              <a:srgbClr val="1570C5"/>
            </a:solidFill>
            <a:ln>
              <a:no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AU" sz="1600">
                  <a:solidFill>
                    <a:schemeClr val="bg2"/>
                  </a:solidFill>
                  <a:latin typeface="Aptos" panose="020B0004020202020204" pitchFamily="34" charset="0"/>
                </a:rPr>
                <a:t>Risk Agent</a:t>
              </a:r>
            </a:p>
          </p:txBody>
        </p:sp>
        <p:sp>
          <p:nvSpPr>
            <p:cNvPr id="38" name="Rectangle: Rounded Corners 37">
              <a:extLst>
                <a:ext uri="{FF2B5EF4-FFF2-40B4-BE49-F238E27FC236}">
                  <a16:creationId xmlns:a16="http://schemas.microsoft.com/office/drawing/2014/main" id="{C6CB1DD9-4328-2A7B-79AA-A7486DD71C3F}"/>
                </a:ext>
              </a:extLst>
            </p:cNvPr>
            <p:cNvSpPr/>
            <p:nvPr/>
          </p:nvSpPr>
          <p:spPr>
            <a:xfrm>
              <a:off x="7074746" y="3923378"/>
              <a:ext cx="1866384" cy="628196"/>
            </a:xfrm>
            <a:prstGeom prst="roundRect">
              <a:avLst/>
            </a:prstGeom>
            <a:solidFill>
              <a:srgbClr val="1570C5"/>
            </a:solidFill>
            <a:ln>
              <a:no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AU" sz="1600">
                  <a:solidFill>
                    <a:schemeClr val="bg2"/>
                  </a:solidFill>
                  <a:latin typeface="Aptos" panose="020B0004020202020204" pitchFamily="34" charset="0"/>
                </a:rPr>
                <a:t>Comms </a:t>
              </a:r>
            </a:p>
            <a:p>
              <a:pPr algn="ctr"/>
              <a:r>
                <a:rPr lang="en-AU" sz="1600">
                  <a:solidFill>
                    <a:schemeClr val="bg2"/>
                  </a:solidFill>
                  <a:latin typeface="Aptos" panose="020B0004020202020204" pitchFamily="34" charset="0"/>
                </a:rPr>
                <a:t>Agent</a:t>
              </a:r>
            </a:p>
          </p:txBody>
        </p:sp>
        <p:sp>
          <p:nvSpPr>
            <p:cNvPr id="39" name="Rectangle: Rounded Corners 38">
              <a:extLst>
                <a:ext uri="{FF2B5EF4-FFF2-40B4-BE49-F238E27FC236}">
                  <a16:creationId xmlns:a16="http://schemas.microsoft.com/office/drawing/2014/main" id="{6CDEFA5D-40F4-F2A1-704A-1A34B2996C66}"/>
                </a:ext>
              </a:extLst>
            </p:cNvPr>
            <p:cNvSpPr/>
            <p:nvPr/>
          </p:nvSpPr>
          <p:spPr>
            <a:xfrm>
              <a:off x="6829340" y="1869020"/>
              <a:ext cx="1866384" cy="628196"/>
            </a:xfrm>
            <a:prstGeom prst="roundRect">
              <a:avLst/>
            </a:prstGeom>
            <a:solidFill>
              <a:srgbClr val="1570C5"/>
            </a:solidFill>
            <a:ln>
              <a:no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AU" sz="1600">
                  <a:solidFill>
                    <a:schemeClr val="bg2"/>
                  </a:solidFill>
                  <a:latin typeface="Aptos" panose="020B0004020202020204" pitchFamily="34" charset="0"/>
                </a:rPr>
                <a:t>Evac  Agent</a:t>
              </a:r>
            </a:p>
          </p:txBody>
        </p:sp>
        <p:sp>
          <p:nvSpPr>
            <p:cNvPr id="1042" name="TextBox 1041">
              <a:extLst>
                <a:ext uri="{FF2B5EF4-FFF2-40B4-BE49-F238E27FC236}">
                  <a16:creationId xmlns:a16="http://schemas.microsoft.com/office/drawing/2014/main" id="{5D7531E6-C7C5-2BB5-8F77-EBADC088D7D1}"/>
                </a:ext>
              </a:extLst>
            </p:cNvPr>
            <p:cNvSpPr txBox="1"/>
            <p:nvPr/>
          </p:nvSpPr>
          <p:spPr>
            <a:xfrm>
              <a:off x="4659029" y="1659633"/>
              <a:ext cx="2596002" cy="402291"/>
            </a:xfrm>
            <a:prstGeom prst="rect">
              <a:avLst/>
            </a:prstGeom>
            <a:noFill/>
          </p:spPr>
          <p:txBody>
            <a:bodyPr vert="horz" wrap="square" lIns="90000" tIns="46800" rIns="90000" bIns="46800" rtlCol="0" anchor="ctr">
              <a:spAutoFit/>
            </a:bodyPr>
            <a:lstStyle/>
            <a:p>
              <a:pPr algn="ctr">
                <a:spcBef>
                  <a:spcPct val="0"/>
                </a:spcBef>
              </a:pPr>
              <a:r>
                <a:rPr lang="en-US" sz="2000" b="1">
                  <a:latin typeface="Aptos" panose="020B0004020202020204" pitchFamily="34" charset="0"/>
                </a:rPr>
                <a:t>Agents</a:t>
              </a:r>
              <a:endParaRPr lang="en-NZ" sz="2000" b="1">
                <a:latin typeface="Aptos" panose="020B0004020202020204" pitchFamily="34" charset="0"/>
              </a:endParaRPr>
            </a:p>
          </p:txBody>
        </p:sp>
      </p:grpSp>
      <p:sp>
        <p:nvSpPr>
          <p:cNvPr id="7" name="Rectangle: Rounded Corners 6">
            <a:extLst>
              <a:ext uri="{FF2B5EF4-FFF2-40B4-BE49-F238E27FC236}">
                <a16:creationId xmlns:a16="http://schemas.microsoft.com/office/drawing/2014/main" id="{31EB5CA9-ACA8-0BC1-6ED4-FB9807314E1B}"/>
              </a:ext>
            </a:extLst>
          </p:cNvPr>
          <p:cNvSpPr/>
          <p:nvPr/>
        </p:nvSpPr>
        <p:spPr>
          <a:xfrm>
            <a:off x="1485325" y="1934532"/>
            <a:ext cx="1026137" cy="4005071"/>
          </a:xfrm>
          <a:prstGeom prst="roundRect">
            <a:avLst>
              <a:gd name="adj" fmla="val 6493"/>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400" err="1">
              <a:solidFill>
                <a:schemeClr val="tx1"/>
              </a:solidFill>
              <a:latin typeface="Aptos" panose="020B0004020202020204" pitchFamily="34" charset="0"/>
            </a:endParaRPr>
          </a:p>
        </p:txBody>
      </p:sp>
      <p:sp>
        <p:nvSpPr>
          <p:cNvPr id="8" name="Rectangle: Rounded Corners 7">
            <a:extLst>
              <a:ext uri="{FF2B5EF4-FFF2-40B4-BE49-F238E27FC236}">
                <a16:creationId xmlns:a16="http://schemas.microsoft.com/office/drawing/2014/main" id="{857E788E-4078-C22A-A892-354B8E06319C}"/>
              </a:ext>
            </a:extLst>
          </p:cNvPr>
          <p:cNvSpPr/>
          <p:nvPr/>
        </p:nvSpPr>
        <p:spPr>
          <a:xfrm>
            <a:off x="1610296" y="2106649"/>
            <a:ext cx="956438" cy="3762445"/>
          </a:xfrm>
          <a:prstGeom prst="roundRect">
            <a:avLst>
              <a:gd name="adj" fmla="val 7857"/>
            </a:avLst>
          </a:prstGeom>
          <a:solidFill>
            <a:schemeClr val="bg1"/>
          </a:solidFill>
          <a:ln w="9525">
            <a:solidFill>
              <a:srgbClr val="1ABAEF"/>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sz="1400" err="1">
              <a:solidFill>
                <a:schemeClr val="tx1"/>
              </a:solidFill>
              <a:latin typeface="Aptos" panose="020B0004020202020204" pitchFamily="34" charset="0"/>
            </a:endParaRPr>
          </a:p>
        </p:txBody>
      </p:sp>
      <p:sp>
        <p:nvSpPr>
          <p:cNvPr id="10" name="TextBox 9">
            <a:extLst>
              <a:ext uri="{FF2B5EF4-FFF2-40B4-BE49-F238E27FC236}">
                <a16:creationId xmlns:a16="http://schemas.microsoft.com/office/drawing/2014/main" id="{02CF440F-BB91-7EA2-15E1-134C7A7738FE}"/>
              </a:ext>
            </a:extLst>
          </p:cNvPr>
          <p:cNvSpPr txBox="1"/>
          <p:nvPr/>
        </p:nvSpPr>
        <p:spPr>
          <a:xfrm>
            <a:off x="1796872" y="2426241"/>
            <a:ext cx="856536" cy="586957"/>
          </a:xfrm>
          <a:prstGeom prst="rect">
            <a:avLst/>
          </a:prstGeom>
          <a:noFill/>
        </p:spPr>
        <p:txBody>
          <a:bodyPr vert="horz" wrap="square" lIns="90000" tIns="46800" rIns="90000" bIns="46800" rtlCol="0" anchor="ctr">
            <a:spAutoFit/>
          </a:bodyPr>
          <a:lstStyle/>
          <a:p>
            <a:pPr>
              <a:spcBef>
                <a:spcPct val="0"/>
              </a:spcBef>
            </a:pPr>
            <a:r>
              <a:rPr lang="en-US" sz="1600">
                <a:latin typeface="Aptos" panose="020B0004020202020204" pitchFamily="34" charset="0"/>
              </a:rPr>
              <a:t>All Data</a:t>
            </a:r>
            <a:endParaRPr lang="en-NZ" sz="1600">
              <a:latin typeface="Aptos" panose="020B0004020202020204" pitchFamily="34" charset="0"/>
            </a:endParaRPr>
          </a:p>
        </p:txBody>
      </p:sp>
      <p:sp>
        <p:nvSpPr>
          <p:cNvPr id="13" name="TextBox 12">
            <a:extLst>
              <a:ext uri="{FF2B5EF4-FFF2-40B4-BE49-F238E27FC236}">
                <a16:creationId xmlns:a16="http://schemas.microsoft.com/office/drawing/2014/main" id="{7BA30F17-F872-6F38-193F-3506156D8723}"/>
              </a:ext>
            </a:extLst>
          </p:cNvPr>
          <p:cNvSpPr txBox="1"/>
          <p:nvPr/>
        </p:nvSpPr>
        <p:spPr>
          <a:xfrm>
            <a:off x="1765938" y="3701592"/>
            <a:ext cx="745524" cy="586957"/>
          </a:xfrm>
          <a:prstGeom prst="rect">
            <a:avLst/>
          </a:prstGeom>
          <a:noFill/>
        </p:spPr>
        <p:txBody>
          <a:bodyPr vert="horz" wrap="square" lIns="90000" tIns="46800" rIns="90000" bIns="46800" rtlCol="0" anchor="ctr">
            <a:spAutoFit/>
          </a:bodyPr>
          <a:lstStyle/>
          <a:p>
            <a:pPr>
              <a:spcBef>
                <a:spcPct val="0"/>
              </a:spcBef>
            </a:pPr>
            <a:r>
              <a:rPr lang="en-US" sz="1600">
                <a:latin typeface="Aptos" panose="020B0004020202020204" pitchFamily="34" charset="0"/>
              </a:rPr>
              <a:t>Risk Data</a:t>
            </a:r>
            <a:endParaRPr lang="en-NZ" sz="1600">
              <a:latin typeface="Aptos" panose="020B0004020202020204" pitchFamily="34" charset="0"/>
            </a:endParaRPr>
          </a:p>
        </p:txBody>
      </p:sp>
      <p:sp>
        <p:nvSpPr>
          <p:cNvPr id="23" name="Rectangle: Rounded Corners 22">
            <a:extLst>
              <a:ext uri="{FF2B5EF4-FFF2-40B4-BE49-F238E27FC236}">
                <a16:creationId xmlns:a16="http://schemas.microsoft.com/office/drawing/2014/main" id="{D4B5EBF7-9F5C-4974-4B67-187BA67F203F}"/>
              </a:ext>
            </a:extLst>
          </p:cNvPr>
          <p:cNvSpPr/>
          <p:nvPr/>
        </p:nvSpPr>
        <p:spPr>
          <a:xfrm>
            <a:off x="5685447" y="3021000"/>
            <a:ext cx="1866384" cy="628196"/>
          </a:xfrm>
          <a:prstGeom prst="roundRect">
            <a:avLst/>
          </a:prstGeom>
          <a:solidFill>
            <a:srgbClr val="1570C5"/>
          </a:solidFill>
          <a:ln>
            <a:no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AU" sz="1600">
                <a:solidFill>
                  <a:schemeClr val="bg2"/>
                </a:solidFill>
                <a:latin typeface="Aptos" panose="020B0004020202020204" pitchFamily="34" charset="0"/>
              </a:rPr>
              <a:t>Decision Agent</a:t>
            </a:r>
          </a:p>
        </p:txBody>
      </p:sp>
      <p:cxnSp>
        <p:nvCxnSpPr>
          <p:cNvPr id="42" name="Straight Arrow Connector 41">
            <a:extLst>
              <a:ext uri="{FF2B5EF4-FFF2-40B4-BE49-F238E27FC236}">
                <a16:creationId xmlns:a16="http://schemas.microsoft.com/office/drawing/2014/main" id="{AB2C7E78-53D3-AE93-7E6B-0E383323A71C}"/>
              </a:ext>
            </a:extLst>
          </p:cNvPr>
          <p:cNvCxnSpPr>
            <a:endCxn id="36" idx="1"/>
          </p:cNvCxnSpPr>
          <p:nvPr/>
        </p:nvCxnSpPr>
        <p:spPr>
          <a:xfrm flipV="1">
            <a:off x="2560343" y="2523161"/>
            <a:ext cx="1340010" cy="220527"/>
          </a:xfrm>
          <a:prstGeom prst="straightConnector1">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B90BD238-6E80-CCD3-358A-A4E2A8DA2582}"/>
              </a:ext>
            </a:extLst>
          </p:cNvPr>
          <p:cNvCxnSpPr>
            <a:stCxn id="8" idx="3"/>
          </p:cNvCxnSpPr>
          <p:nvPr/>
        </p:nvCxnSpPr>
        <p:spPr>
          <a:xfrm>
            <a:off x="2566734" y="3987872"/>
            <a:ext cx="1287874" cy="74147"/>
          </a:xfrm>
          <a:prstGeom prst="straightConnector1">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E2FB2A85-BA01-0425-C6E7-5138D16566EC}"/>
              </a:ext>
            </a:extLst>
          </p:cNvPr>
          <p:cNvCxnSpPr>
            <a:stCxn id="36" idx="3"/>
          </p:cNvCxnSpPr>
          <p:nvPr/>
        </p:nvCxnSpPr>
        <p:spPr>
          <a:xfrm>
            <a:off x="5766737" y="2523161"/>
            <a:ext cx="773968" cy="513345"/>
          </a:xfrm>
          <a:prstGeom prst="straightConnector1">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3E7F51B1-9BAC-3052-7528-21D9655C8D36}"/>
              </a:ext>
            </a:extLst>
          </p:cNvPr>
          <p:cNvCxnSpPr/>
          <p:nvPr/>
        </p:nvCxnSpPr>
        <p:spPr>
          <a:xfrm flipV="1">
            <a:off x="5786579" y="3649196"/>
            <a:ext cx="832060" cy="482175"/>
          </a:xfrm>
          <a:prstGeom prst="straightConnector1">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B198FD66-86AC-63D1-5AC3-729D42B156E2}"/>
              </a:ext>
            </a:extLst>
          </p:cNvPr>
          <p:cNvCxnSpPr/>
          <p:nvPr/>
        </p:nvCxnSpPr>
        <p:spPr>
          <a:xfrm flipV="1">
            <a:off x="7551831" y="2633424"/>
            <a:ext cx="431584" cy="639683"/>
          </a:xfrm>
          <a:prstGeom prst="straightConnector1">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D197395E-E297-0CCD-F155-F5B3EB93C071}"/>
              </a:ext>
            </a:extLst>
          </p:cNvPr>
          <p:cNvCxnSpPr>
            <a:endCxn id="38" idx="0"/>
          </p:cNvCxnSpPr>
          <p:nvPr/>
        </p:nvCxnSpPr>
        <p:spPr>
          <a:xfrm>
            <a:off x="7551831" y="3335098"/>
            <a:ext cx="559159" cy="690110"/>
          </a:xfrm>
          <a:prstGeom prst="straightConnector1">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05925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82DE7A-A059-E0F7-7166-32FF7D255B0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E12AD7B-7CD2-7E82-C898-8FE74F17428A}"/>
              </a:ext>
            </a:extLst>
          </p:cNvPr>
          <p:cNvSpPr>
            <a:spLocks noGrp="1"/>
          </p:cNvSpPr>
          <p:nvPr>
            <p:ph type="title"/>
          </p:nvPr>
        </p:nvSpPr>
        <p:spPr>
          <a:xfrm>
            <a:off x="550863" y="71266"/>
            <a:ext cx="11090938" cy="930372"/>
          </a:xfrm>
        </p:spPr>
        <p:txBody>
          <a:bodyPr/>
          <a:lstStyle/>
          <a:p>
            <a:r>
              <a:rPr lang="en-US" b="1" dirty="0">
                <a:latin typeface="Aptos" panose="020B0004020202020204" pitchFamily="34" charset="0"/>
              </a:rPr>
              <a:t> ARCHITECTURE - </a:t>
            </a:r>
            <a:r>
              <a:rPr lang="en-US" b="1" dirty="0">
                <a:solidFill>
                  <a:srgbClr val="010101"/>
                </a:solidFill>
                <a:latin typeface="Aptos" panose="020B0004020202020204" pitchFamily="34" charset="0"/>
                <a:cs typeface="Segoe UI"/>
              </a:rPr>
              <a:t>Real-time resilience Approach</a:t>
            </a:r>
            <a:endParaRPr lang="en-US" b="1" dirty="0">
              <a:latin typeface="Aptos" panose="020B0004020202020204" pitchFamily="34" charset="0"/>
            </a:endParaRPr>
          </a:p>
        </p:txBody>
      </p:sp>
      <p:sp>
        <p:nvSpPr>
          <p:cNvPr id="27" name="Content Placeholder 5">
            <a:extLst>
              <a:ext uri="{FF2B5EF4-FFF2-40B4-BE49-F238E27FC236}">
                <a16:creationId xmlns:a16="http://schemas.microsoft.com/office/drawing/2014/main" id="{2629EEBF-C35E-92FC-B53E-882BD5540E14}"/>
              </a:ext>
            </a:extLst>
          </p:cNvPr>
          <p:cNvSpPr txBox="1">
            <a:spLocks/>
          </p:cNvSpPr>
          <p:nvPr/>
        </p:nvSpPr>
        <p:spPr>
          <a:xfrm>
            <a:off x="514010" y="1537680"/>
            <a:ext cx="10939049" cy="4209977"/>
          </a:xfrm>
          <a:prstGeom prst="rect">
            <a:avLst/>
          </a:prstGeom>
        </p:spPr>
        <p:txBody>
          <a:bodyPr vert="horz" lIns="0" tIns="0" rIns="0" bIns="0" numCol="1" rtlCol="0">
            <a:noAutofit/>
          </a:bodyPr>
          <a:lst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12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1200"/>
              </a:spcBef>
              <a:buClr>
                <a:srgbClr val="FEB100"/>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1200"/>
              </a:spcBef>
              <a:buClr>
                <a:srgbClr val="00D5D0"/>
              </a:buClr>
              <a:buFont typeface="Arial" panose="020B060402020202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1200"/>
              </a:spcBef>
              <a:buClr>
                <a:schemeClr val="tx2"/>
              </a:buClr>
              <a:buFont typeface="Arial" panose="020B0604020202020204" pitchFamily="34" charset="0"/>
              <a:buChar char="•"/>
              <a:defRPr sz="10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lvl="1" indent="-342900">
              <a:lnSpc>
                <a:spcPts val="600"/>
              </a:lnSpc>
              <a:buClrTx/>
              <a:buFont typeface="+mj-lt"/>
              <a:buAutoNum type="arabicPeriod"/>
              <a:defRPr/>
            </a:pPr>
            <a:endParaRPr lang="en-US" dirty="0">
              <a:solidFill>
                <a:srgbClr val="000000"/>
              </a:solidFill>
              <a:latin typeface="Aptos" panose="020B0004020202020204" pitchFamily="34" charset="0"/>
            </a:endParaRPr>
          </a:p>
          <a:p>
            <a:pPr marL="342900" lvl="1" indent="-342900">
              <a:lnSpc>
                <a:spcPct val="150000"/>
              </a:lnSpc>
              <a:buClrTx/>
              <a:buFont typeface="+mj-lt"/>
              <a:buAutoNum type="arabicPeriod"/>
              <a:defRPr/>
            </a:pPr>
            <a:r>
              <a:rPr lang="en-US" b="1" dirty="0">
                <a:solidFill>
                  <a:srgbClr val="000000"/>
                </a:solidFill>
                <a:latin typeface="Aptos" panose="020B0004020202020204" pitchFamily="34" charset="0"/>
              </a:rPr>
              <a:t> Clear Architecture Flow</a:t>
            </a:r>
            <a:r>
              <a:rPr lang="en-US" dirty="0">
                <a:solidFill>
                  <a:srgbClr val="000000"/>
                </a:solidFill>
                <a:latin typeface="Aptos" panose="020B0004020202020204" pitchFamily="34" charset="0"/>
              </a:rPr>
              <a:t>— 7 named layers </a:t>
            </a:r>
            <a:r>
              <a:rPr lang="en-US" b="1" i="1" dirty="0">
                <a:solidFill>
                  <a:srgbClr val="000000"/>
                </a:solidFill>
                <a:latin typeface="Aptos" panose="020B0004020202020204" pitchFamily="34" charset="0"/>
              </a:rPr>
              <a:t>(`</a:t>
            </a:r>
            <a:r>
              <a:rPr lang="en-US" b="1" i="1" dirty="0" err="1">
                <a:solidFill>
                  <a:srgbClr val="000000"/>
                </a:solidFill>
                <a:latin typeface="Aptos" panose="020B0004020202020204" pitchFamily="34" charset="0"/>
              </a:rPr>
              <a:t>timeline_data</a:t>
            </a:r>
            <a:r>
              <a:rPr lang="en-US" b="1" i="1" dirty="0">
                <a:solidFill>
                  <a:srgbClr val="000000"/>
                </a:solidFill>
                <a:latin typeface="Aptos" panose="020B0004020202020204" pitchFamily="34" charset="0"/>
              </a:rPr>
              <a:t> → simulator → config → </a:t>
            </a:r>
            <a:r>
              <a:rPr lang="en-US" b="1" i="1" dirty="0" err="1">
                <a:solidFill>
                  <a:srgbClr val="000000"/>
                </a:solidFill>
                <a:latin typeface="Aptos" panose="020B0004020202020204" pitchFamily="34" charset="0"/>
              </a:rPr>
              <a:t>llm_client</a:t>
            </a:r>
            <a:r>
              <a:rPr lang="en-US" b="1" i="1" dirty="0">
                <a:solidFill>
                  <a:srgbClr val="000000"/>
                </a:solidFill>
                <a:latin typeface="Aptos" panose="020B0004020202020204" pitchFamily="34" charset="0"/>
              </a:rPr>
              <a:t> → agents → orchestrator → UI`); </a:t>
            </a:r>
            <a:r>
              <a:rPr lang="en-US" dirty="0">
                <a:solidFill>
                  <a:srgbClr val="000000"/>
                </a:solidFill>
                <a:latin typeface="Aptos" panose="020B0004020202020204" pitchFamily="34" charset="0"/>
              </a:rPr>
              <a:t>every tick follows a deterministic 6-step pipeline: </a:t>
            </a:r>
            <a:r>
              <a:rPr lang="en-US" b="1" i="1" dirty="0">
                <a:solidFill>
                  <a:srgbClr val="000000"/>
                </a:solidFill>
                <a:latin typeface="Aptos" panose="020B0004020202020204" pitchFamily="34" charset="0"/>
              </a:rPr>
              <a:t>Sensor → Risk → Decision → Evacuation → Comms → Dashboard</a:t>
            </a:r>
          </a:p>
          <a:p>
            <a:pPr marL="342900" lvl="1" indent="-342900">
              <a:lnSpc>
                <a:spcPct val="150000"/>
              </a:lnSpc>
              <a:buClrTx/>
              <a:buFont typeface="+mj-lt"/>
              <a:buAutoNum type="arabicPeriod"/>
              <a:defRPr/>
            </a:pPr>
            <a:r>
              <a:rPr lang="en-US" b="1" dirty="0">
                <a:solidFill>
                  <a:srgbClr val="000000"/>
                </a:solidFill>
                <a:latin typeface="Aptos" panose="020B0004020202020204" pitchFamily="34" charset="0"/>
              </a:rPr>
              <a:t>Platform Fit</a:t>
            </a:r>
            <a:r>
              <a:rPr lang="en-US" dirty="0">
                <a:solidFill>
                  <a:srgbClr val="000000"/>
                </a:solidFill>
                <a:latin typeface="Aptos" panose="020B0004020202020204" pitchFamily="34" charset="0"/>
              </a:rPr>
              <a:t>— </a:t>
            </a:r>
            <a:r>
              <a:rPr lang="en-US" b="1" i="1" dirty="0">
                <a:solidFill>
                  <a:srgbClr val="000000"/>
                </a:solidFill>
                <a:latin typeface="Aptos" panose="020B0004020202020204" pitchFamily="34" charset="0"/>
              </a:rPr>
              <a:t>Azure Event Hubs </a:t>
            </a:r>
            <a:r>
              <a:rPr lang="en-US" dirty="0">
                <a:solidFill>
                  <a:srgbClr val="000000"/>
                </a:solidFill>
                <a:latin typeface="Aptos" panose="020B0004020202020204" pitchFamily="34" charset="0"/>
              </a:rPr>
              <a:t>(</a:t>
            </a:r>
            <a:r>
              <a:rPr lang="en-US" i="1" dirty="0">
                <a:solidFill>
                  <a:srgbClr val="000000"/>
                </a:solidFill>
                <a:latin typeface="Aptos" panose="020B0004020202020204" pitchFamily="34" charset="0"/>
              </a:rPr>
              <a:t>telemetry streaming</a:t>
            </a:r>
            <a:r>
              <a:rPr lang="en-US" b="1" i="1" dirty="0">
                <a:solidFill>
                  <a:srgbClr val="000000"/>
                </a:solidFill>
                <a:latin typeface="Aptos" panose="020B0004020202020204" pitchFamily="34" charset="0"/>
              </a:rPr>
              <a:t>), Azure OpenAI </a:t>
            </a:r>
            <a:r>
              <a:rPr lang="en-US" dirty="0">
                <a:solidFill>
                  <a:srgbClr val="000000"/>
                </a:solidFill>
                <a:latin typeface="Aptos" panose="020B0004020202020204" pitchFamily="34" charset="0"/>
              </a:rPr>
              <a:t>(structured JSON outputs), </a:t>
            </a:r>
            <a:r>
              <a:rPr lang="en-US" b="1" i="1" dirty="0">
                <a:solidFill>
                  <a:srgbClr val="000000"/>
                </a:solidFill>
                <a:latin typeface="Aptos" panose="020B0004020202020204" pitchFamily="34" charset="0"/>
              </a:rPr>
              <a:t>Cosmos DB </a:t>
            </a:r>
            <a:r>
              <a:rPr lang="en-US" dirty="0">
                <a:solidFill>
                  <a:srgbClr val="000000"/>
                </a:solidFill>
                <a:latin typeface="Aptos" panose="020B0004020202020204" pitchFamily="34" charset="0"/>
              </a:rPr>
              <a:t>(state + history), </a:t>
            </a:r>
            <a:r>
              <a:rPr lang="en-US" b="1" i="1" dirty="0">
                <a:solidFill>
                  <a:srgbClr val="000000"/>
                </a:solidFill>
                <a:latin typeface="Aptos" panose="020B0004020202020204" pitchFamily="34" charset="0"/>
              </a:rPr>
              <a:t>Azure AI Search </a:t>
            </a:r>
            <a:r>
              <a:rPr lang="en-US" dirty="0">
                <a:solidFill>
                  <a:srgbClr val="000000"/>
                </a:solidFill>
                <a:latin typeface="Aptos" panose="020B0004020202020204" pitchFamily="34" charset="0"/>
              </a:rPr>
              <a:t>(IAEA doc RAG</a:t>
            </a:r>
            <a:r>
              <a:rPr lang="en-US" b="1" i="1" dirty="0">
                <a:solidFill>
                  <a:srgbClr val="000000"/>
                </a:solidFill>
                <a:latin typeface="Aptos" panose="020B0004020202020204" pitchFamily="34" charset="0"/>
              </a:rPr>
              <a:t>), AKS </a:t>
            </a:r>
            <a:r>
              <a:rPr lang="en-US" dirty="0">
                <a:solidFill>
                  <a:srgbClr val="000000"/>
                </a:solidFill>
                <a:latin typeface="Aptos" panose="020B0004020202020204" pitchFamily="34" charset="0"/>
              </a:rPr>
              <a:t>(web dashboard) — each service matched precisely to its workload characteristic</a:t>
            </a:r>
          </a:p>
          <a:p>
            <a:pPr marL="342900" lvl="1" indent="-342900">
              <a:lnSpc>
                <a:spcPct val="150000"/>
              </a:lnSpc>
              <a:buClrTx/>
              <a:buFont typeface="+mj-lt"/>
              <a:buAutoNum type="arabicPeriod"/>
              <a:defRPr/>
            </a:pPr>
            <a:r>
              <a:rPr lang="en-US" b="1" dirty="0">
                <a:solidFill>
                  <a:srgbClr val="000000"/>
                </a:solidFill>
                <a:latin typeface="Aptos" panose="020B0004020202020204" pitchFamily="34" charset="0"/>
              </a:rPr>
              <a:t>Data &amp; Governance</a:t>
            </a:r>
            <a:r>
              <a:rPr lang="en-US" dirty="0">
                <a:solidFill>
                  <a:srgbClr val="000000"/>
                </a:solidFill>
                <a:latin typeface="Aptos" panose="020B0004020202020204" pitchFamily="34" charset="0"/>
              </a:rPr>
              <a:t> — 16 INSAG-7 events stored as typed </a:t>
            </a:r>
            <a:r>
              <a:rPr lang="en-US" b="1" i="1" dirty="0">
                <a:solidFill>
                  <a:srgbClr val="000000"/>
                </a:solidFill>
                <a:latin typeface="Aptos" panose="020B0004020202020204" pitchFamily="34" charset="0"/>
              </a:rPr>
              <a:t>`</a:t>
            </a:r>
            <a:r>
              <a:rPr lang="en-US" b="1" i="1" dirty="0" err="1">
                <a:solidFill>
                  <a:srgbClr val="000000"/>
                </a:solidFill>
                <a:latin typeface="Aptos" panose="020B0004020202020204" pitchFamily="34" charset="0"/>
              </a:rPr>
              <a:t>ReactorState</a:t>
            </a:r>
            <a:r>
              <a:rPr lang="en-US" b="1" i="1" dirty="0">
                <a:solidFill>
                  <a:srgbClr val="000000"/>
                </a:solidFill>
                <a:latin typeface="Aptos" panose="020B0004020202020204" pitchFamily="34" charset="0"/>
              </a:rPr>
              <a:t>` </a:t>
            </a:r>
            <a:r>
              <a:rPr lang="en-US" b="1" i="1" dirty="0" err="1">
                <a:solidFill>
                  <a:srgbClr val="000000"/>
                </a:solidFill>
                <a:latin typeface="Aptos" panose="020B0004020202020204" pitchFamily="34" charset="0"/>
              </a:rPr>
              <a:t>dataclasses</a:t>
            </a:r>
            <a:r>
              <a:rPr lang="en-US" b="1" i="1" dirty="0">
                <a:solidFill>
                  <a:srgbClr val="000000"/>
                </a:solidFill>
                <a:latin typeface="Aptos" panose="020B0004020202020204" pitchFamily="34" charset="0"/>
              </a:rPr>
              <a:t>; </a:t>
            </a:r>
            <a:r>
              <a:rPr lang="en-US" dirty="0">
                <a:solidFill>
                  <a:srgbClr val="000000"/>
                </a:solidFill>
                <a:latin typeface="Aptos" panose="020B0004020202020204" pitchFamily="34" charset="0"/>
              </a:rPr>
              <a:t>all LLM outputs use JSON Schema (`</a:t>
            </a:r>
            <a:r>
              <a:rPr lang="en-US" b="1" i="1" dirty="0">
                <a:solidFill>
                  <a:srgbClr val="000000"/>
                </a:solidFill>
                <a:latin typeface="Aptos" panose="020B0004020202020204" pitchFamily="34" charset="0"/>
              </a:rPr>
              <a:t>RISK_ASSESSMENT_SCHEMA`, `DECISION_SCHEMA`) </a:t>
            </a:r>
            <a:r>
              <a:rPr lang="en-US" dirty="0">
                <a:solidFill>
                  <a:srgbClr val="000000"/>
                </a:solidFill>
                <a:latin typeface="Aptos" panose="020B0004020202020204" pitchFamily="34" charset="0"/>
              </a:rPr>
              <a:t>for guaranteed schema compliance; full tick history exported to </a:t>
            </a:r>
            <a:r>
              <a:rPr lang="en-US" b="1" i="1" dirty="0">
                <a:solidFill>
                  <a:srgbClr val="000000"/>
                </a:solidFill>
                <a:latin typeface="Aptos" panose="020B0004020202020204" pitchFamily="34" charset="0"/>
              </a:rPr>
              <a:t>`</a:t>
            </a:r>
            <a:r>
              <a:rPr lang="en-US" b="1" i="1" dirty="0" err="1">
                <a:solidFill>
                  <a:srgbClr val="000000"/>
                </a:solidFill>
                <a:latin typeface="Aptos" panose="020B0004020202020204" pitchFamily="34" charset="0"/>
              </a:rPr>
              <a:t>final_report.json</a:t>
            </a:r>
            <a:r>
              <a:rPr lang="en-US" dirty="0">
                <a:solidFill>
                  <a:srgbClr val="000000"/>
                </a:solidFill>
                <a:latin typeface="Aptos" panose="020B0004020202020204" pitchFamily="34" charset="0"/>
              </a:rPr>
              <a:t>`</a:t>
            </a:r>
          </a:p>
          <a:p>
            <a:pPr marL="342900" lvl="1" indent="-342900">
              <a:lnSpc>
                <a:spcPct val="150000"/>
              </a:lnSpc>
              <a:buClrTx/>
              <a:buFont typeface="+mj-lt"/>
              <a:buAutoNum type="arabicPeriod"/>
              <a:defRPr/>
            </a:pPr>
            <a:r>
              <a:rPr lang="en-US" b="1" dirty="0">
                <a:solidFill>
                  <a:srgbClr val="000000"/>
                </a:solidFill>
                <a:latin typeface="Aptos" panose="020B0004020202020204" pitchFamily="34" charset="0"/>
              </a:rPr>
              <a:t>Security</a:t>
            </a:r>
            <a:r>
              <a:rPr lang="en-US" dirty="0">
                <a:solidFill>
                  <a:srgbClr val="000000"/>
                </a:solidFill>
                <a:latin typeface="Aptos" panose="020B0004020202020204" pitchFamily="34" charset="0"/>
              </a:rPr>
              <a:t> — API keys via environment variables exclusively; LLM influence is advisory-only and cannot override hard guardrails; anti-hallucination guard isolates LLM from triggering safety actions below risk threshold 40; no sensitive telemetry persisted in logs</a:t>
            </a:r>
          </a:p>
          <a:p>
            <a:pPr marL="342900" lvl="1" indent="-342900">
              <a:lnSpc>
                <a:spcPct val="150000"/>
              </a:lnSpc>
              <a:buClrTx/>
              <a:buFont typeface="+mj-lt"/>
              <a:buAutoNum type="arabicPeriod"/>
              <a:defRPr/>
            </a:pPr>
            <a:r>
              <a:rPr lang="en-US" b="1" dirty="0">
                <a:solidFill>
                  <a:srgbClr val="000000"/>
                </a:solidFill>
                <a:latin typeface="Aptos" panose="020B0004020202020204" pitchFamily="34" charset="0"/>
              </a:rPr>
              <a:t>Reliability</a:t>
            </a:r>
            <a:r>
              <a:rPr lang="en-US" dirty="0">
                <a:solidFill>
                  <a:srgbClr val="000000"/>
                </a:solidFill>
                <a:latin typeface="Aptos" panose="020B0004020202020204" pitchFamily="34" charset="0"/>
              </a:rPr>
              <a:t> — Every LLM call has a 5-second timeout + graceful degradation: returns `None` on failure → agents instantly fall back to deterministic rule logic; simulation continues at full cadence with </a:t>
            </a:r>
            <a:r>
              <a:rPr lang="en-US" b="1" i="1" dirty="0">
                <a:solidFill>
                  <a:srgbClr val="000000"/>
                </a:solidFill>
                <a:latin typeface="Aptos" panose="020B0004020202020204" pitchFamily="34" charset="0"/>
              </a:rPr>
              <a:t>zero LLM dependency at runtime</a:t>
            </a:r>
          </a:p>
          <a:p>
            <a:pPr marL="0" lvl="1" indent="0">
              <a:lnSpc>
                <a:spcPct val="150000"/>
              </a:lnSpc>
              <a:buClrTx/>
              <a:buNone/>
              <a:defRPr/>
            </a:pPr>
            <a:endParaRPr kumimoji="0" lang="en-US" b="0" i="0" u="none" strike="noStrike" kern="1200" cap="none" spc="0" normalizeH="0" baseline="0" noProof="0" dirty="0">
              <a:ln>
                <a:noFill/>
              </a:ln>
              <a:solidFill>
                <a:srgbClr val="000000"/>
              </a:solidFill>
              <a:effectLst/>
              <a:uLnTx/>
              <a:uFillTx/>
              <a:latin typeface="Aptos" panose="020B0004020202020204" pitchFamily="34" charset="0"/>
            </a:endParaRPr>
          </a:p>
        </p:txBody>
      </p:sp>
      <p:sp>
        <p:nvSpPr>
          <p:cNvPr id="16" name="Date Placeholder 15">
            <a:extLst>
              <a:ext uri="{FF2B5EF4-FFF2-40B4-BE49-F238E27FC236}">
                <a16:creationId xmlns:a16="http://schemas.microsoft.com/office/drawing/2014/main" id="{ED7C5A08-A029-8328-C9AF-4FEBFBE805A9}"/>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2025. All rights reserved.</a:t>
            </a:r>
          </a:p>
        </p:txBody>
      </p:sp>
      <p:sp>
        <p:nvSpPr>
          <p:cNvPr id="17" name="Footer Placeholder 16">
            <a:extLst>
              <a:ext uri="{FF2B5EF4-FFF2-40B4-BE49-F238E27FC236}">
                <a16:creationId xmlns:a16="http://schemas.microsoft.com/office/drawing/2014/main" id="{CEB1242F-A49E-0BFA-8998-544FDDD9F055}"/>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18" name="Slide Number Placeholder 17">
            <a:extLst>
              <a:ext uri="{FF2B5EF4-FFF2-40B4-BE49-F238E27FC236}">
                <a16:creationId xmlns:a16="http://schemas.microsoft.com/office/drawing/2014/main" id="{441CF9C8-F771-A610-2017-B911511A44DB}"/>
              </a:ext>
            </a:extLst>
          </p:cNvPr>
          <p:cNvSpPr>
            <a:spLocks noGrp="1"/>
          </p:cNvSpPr>
          <p:nvPr>
            <p:ph type="sldNum" sz="quarter" idx="12"/>
          </p:nvPr>
        </p:nvSpPr>
        <p:spPr/>
        <p:txBody>
          <a:bodyPr/>
          <a:lstStyle/>
          <a:p>
            <a:pPr algn="r"/>
            <a:fld id="{5D9A5160-6218-4E5A-B9E6-B93E3DAE377C}" type="slidenum">
              <a:rPr lang="en-US" smtClean="0"/>
              <a:pPr algn="r"/>
              <a:t>8</a:t>
            </a:fld>
            <a:endParaRPr lang="en-US"/>
          </a:p>
        </p:txBody>
      </p:sp>
      <p:sp>
        <p:nvSpPr>
          <p:cNvPr id="13" name="TextBox 12">
            <a:extLst>
              <a:ext uri="{FF2B5EF4-FFF2-40B4-BE49-F238E27FC236}">
                <a16:creationId xmlns:a16="http://schemas.microsoft.com/office/drawing/2014/main" id="{9206E138-5881-B781-442A-2B441A824F05}"/>
              </a:ext>
            </a:extLst>
          </p:cNvPr>
          <p:cNvSpPr txBox="1"/>
          <p:nvPr/>
        </p:nvSpPr>
        <p:spPr>
          <a:xfrm>
            <a:off x="514010" y="1014460"/>
            <a:ext cx="11379914" cy="523220"/>
          </a:xfrm>
          <a:prstGeom prst="rect">
            <a:avLst/>
          </a:prstGeom>
          <a:solidFill>
            <a:srgbClr val="00B050"/>
          </a:solidFill>
        </p:spPr>
        <p:txBody>
          <a:bodyPr wrap="square">
            <a:spAutoFit/>
          </a:bodyPr>
          <a:lstStyle/>
          <a:p>
            <a:r>
              <a:rPr lang="en-US" sz="1400">
                <a:solidFill>
                  <a:schemeClr val="bg1"/>
                </a:solidFill>
              </a:rPr>
              <a:t>Preventing the Chernobyl Disaster with a 5-Agent AI System on Azure</a:t>
            </a:r>
          </a:p>
          <a:p>
            <a:endParaRPr lang="en-US" sz="1400">
              <a:solidFill>
                <a:schemeClr val="bg1"/>
              </a:solidFill>
            </a:endParaRPr>
          </a:p>
        </p:txBody>
      </p:sp>
    </p:spTree>
    <p:extLst>
      <p:ext uri="{BB962C8B-B14F-4D97-AF65-F5344CB8AC3E}">
        <p14:creationId xmlns:p14="http://schemas.microsoft.com/office/powerpoint/2010/main" val="15095857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BAC9D3-1498-D230-1199-4B434E25BCB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DA9448D-377D-1C22-287E-7E166E9F6261}"/>
              </a:ext>
            </a:extLst>
          </p:cNvPr>
          <p:cNvSpPr>
            <a:spLocks noGrp="1"/>
          </p:cNvSpPr>
          <p:nvPr>
            <p:ph type="title"/>
          </p:nvPr>
        </p:nvSpPr>
        <p:spPr>
          <a:xfrm>
            <a:off x="550863" y="71266"/>
            <a:ext cx="11090938" cy="930372"/>
          </a:xfrm>
        </p:spPr>
        <p:txBody>
          <a:bodyPr/>
          <a:lstStyle/>
          <a:p>
            <a:r>
              <a:rPr lang="en-US" b="1" dirty="0">
                <a:latin typeface="Aptos" panose="020B0004020202020204" pitchFamily="34" charset="0"/>
              </a:rPr>
              <a:t> ARCHITECTURE - </a:t>
            </a:r>
            <a:r>
              <a:rPr lang="en-US" b="1" dirty="0">
                <a:solidFill>
                  <a:srgbClr val="010101"/>
                </a:solidFill>
                <a:latin typeface="Aptos" panose="020B0004020202020204" pitchFamily="34" charset="0"/>
                <a:cs typeface="Segoe UI"/>
              </a:rPr>
              <a:t>Real-time resilience Approach</a:t>
            </a:r>
            <a:endParaRPr lang="en-US" dirty="0"/>
          </a:p>
        </p:txBody>
      </p:sp>
      <p:sp>
        <p:nvSpPr>
          <p:cNvPr id="27" name="Content Placeholder 5">
            <a:extLst>
              <a:ext uri="{FF2B5EF4-FFF2-40B4-BE49-F238E27FC236}">
                <a16:creationId xmlns:a16="http://schemas.microsoft.com/office/drawing/2014/main" id="{B3082855-AC11-A3D8-291A-85D98D692756}"/>
              </a:ext>
            </a:extLst>
          </p:cNvPr>
          <p:cNvSpPr txBox="1">
            <a:spLocks/>
          </p:cNvSpPr>
          <p:nvPr/>
        </p:nvSpPr>
        <p:spPr>
          <a:xfrm>
            <a:off x="514010" y="1537680"/>
            <a:ext cx="10939049" cy="3317349"/>
          </a:xfrm>
          <a:prstGeom prst="rect">
            <a:avLst/>
          </a:prstGeom>
        </p:spPr>
        <p:txBody>
          <a:bodyPr vert="horz" lIns="0" tIns="0" rIns="0" bIns="0" numCol="1" rtlCol="0">
            <a:noAutofit/>
          </a:bodyPr>
          <a:lst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12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1200"/>
              </a:spcBef>
              <a:buClr>
                <a:srgbClr val="FEB100"/>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1200"/>
              </a:spcBef>
              <a:buClr>
                <a:srgbClr val="00D5D0"/>
              </a:buClr>
              <a:buFont typeface="Arial" panose="020B060402020202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1200"/>
              </a:spcBef>
              <a:buClr>
                <a:schemeClr val="tx2"/>
              </a:buClr>
              <a:buFont typeface="Arial" panose="020B0604020202020204" pitchFamily="34" charset="0"/>
              <a:buChar char="•"/>
              <a:defRPr sz="10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lnSpc>
                <a:spcPct val="150000"/>
              </a:lnSpc>
              <a:buClrTx/>
              <a:buNone/>
              <a:defRPr/>
            </a:pPr>
            <a:r>
              <a:rPr lang="en-US" b="1" dirty="0">
                <a:solidFill>
                  <a:srgbClr val="000000"/>
                </a:solidFill>
                <a:latin typeface="Aptos" panose="020B0004020202020204" pitchFamily="34" charset="0"/>
              </a:rPr>
              <a:t>6.    Performance </a:t>
            </a:r>
            <a:r>
              <a:rPr lang="en-US" dirty="0">
                <a:solidFill>
                  <a:srgbClr val="000000"/>
                </a:solidFill>
                <a:latin typeface="Aptos" panose="020B0004020202020204" pitchFamily="34" charset="0"/>
              </a:rPr>
              <a:t>— 60x simulation speed (1 real minute = 1 simulated hour); LLM capped at 5s timeout; dashboard at 2Hz refresh; `</a:t>
            </a:r>
            <a:r>
              <a:rPr lang="en-US" b="1" i="1" dirty="0" err="1">
                <a:solidFill>
                  <a:srgbClr val="000000"/>
                </a:solidFill>
                <a:latin typeface="Aptos" panose="020B0004020202020204" pitchFamily="34" charset="0"/>
              </a:rPr>
              <a:t>avg_latency_ms</a:t>
            </a:r>
            <a:r>
              <a:rPr lang="en-US" dirty="0">
                <a:solidFill>
                  <a:srgbClr val="000000"/>
                </a:solidFill>
                <a:latin typeface="Aptos" panose="020B0004020202020204" pitchFamily="34" charset="0"/>
              </a:rPr>
              <a:t>` tracked live per </a:t>
            </a:r>
            <a:r>
              <a:rPr lang="en-US" b="1" i="1" dirty="0">
                <a:solidFill>
                  <a:srgbClr val="000000"/>
                </a:solidFill>
                <a:latin typeface="Aptos" panose="020B0004020202020204" pitchFamily="34" charset="0"/>
              </a:rPr>
              <a:t>`</a:t>
            </a:r>
            <a:r>
              <a:rPr lang="en-US" b="1" i="1" dirty="0" err="1">
                <a:solidFill>
                  <a:srgbClr val="000000"/>
                </a:solidFill>
                <a:latin typeface="Aptos" panose="020B0004020202020204" pitchFamily="34" charset="0"/>
              </a:rPr>
              <a:t>LLMClient</a:t>
            </a:r>
            <a:r>
              <a:rPr lang="en-US" b="1" i="1" dirty="0">
                <a:solidFill>
                  <a:srgbClr val="000000"/>
                </a:solidFill>
                <a:latin typeface="Aptos" panose="020B0004020202020204" pitchFamily="34" charset="0"/>
              </a:rPr>
              <a:t>`; </a:t>
            </a:r>
            <a:r>
              <a:rPr lang="en-US" b="1" i="1" dirty="0" err="1">
                <a:solidFill>
                  <a:srgbClr val="000000"/>
                </a:solidFill>
                <a:latin typeface="Aptos" panose="020B0004020202020204" pitchFamily="34" charset="0"/>
              </a:rPr>
              <a:t>EventSimulator</a:t>
            </a:r>
            <a:r>
              <a:rPr lang="en-US" b="1" i="1" dirty="0">
                <a:solidFill>
                  <a:srgbClr val="000000"/>
                </a:solidFill>
                <a:latin typeface="Aptos" panose="020B0004020202020204" pitchFamily="34" charset="0"/>
              </a:rPr>
              <a:t> </a:t>
            </a:r>
            <a:r>
              <a:rPr lang="en-US" dirty="0">
                <a:solidFill>
                  <a:srgbClr val="000000"/>
                </a:solidFill>
                <a:latin typeface="Aptos" panose="020B0004020202020204" pitchFamily="34" charset="0"/>
              </a:rPr>
              <a:t>interpolates 16 events into smooth per-second ticks</a:t>
            </a:r>
          </a:p>
          <a:p>
            <a:pPr marL="0" lvl="1" indent="0">
              <a:lnSpc>
                <a:spcPct val="150000"/>
              </a:lnSpc>
              <a:buClrTx/>
              <a:buNone/>
              <a:defRPr/>
            </a:pPr>
            <a:r>
              <a:rPr lang="en-US" b="1" dirty="0">
                <a:solidFill>
                  <a:srgbClr val="000000"/>
                </a:solidFill>
                <a:latin typeface="Aptos" panose="020B0004020202020204" pitchFamily="34" charset="0"/>
              </a:rPr>
              <a:t>7.    Cost Awareness </a:t>
            </a:r>
            <a:r>
              <a:rPr lang="en-US" dirty="0">
                <a:solidFill>
                  <a:srgbClr val="000000"/>
                </a:solidFill>
                <a:latin typeface="Aptos" panose="020B0004020202020204" pitchFamily="34" charset="0"/>
              </a:rPr>
              <a:t>— LLM called </a:t>
            </a:r>
            <a:r>
              <a:rPr lang="en-US" b="1" i="1" dirty="0">
                <a:solidFill>
                  <a:srgbClr val="000000"/>
                </a:solidFill>
                <a:latin typeface="Aptos" panose="020B0004020202020204" pitchFamily="34" charset="0"/>
              </a:rPr>
              <a:t>only at 5 key decision points + threshold crossings</a:t>
            </a:r>
            <a:r>
              <a:rPr lang="en-US" dirty="0">
                <a:solidFill>
                  <a:srgbClr val="000000"/>
                </a:solidFill>
                <a:latin typeface="Aptos" panose="020B0004020202020204" pitchFamily="34" charset="0"/>
              </a:rPr>
              <a:t>, not every tick; 3 of 5 agents are fully deterministic (zero API cost); estimated cost per full simulation run: </a:t>
            </a:r>
            <a:r>
              <a:rPr lang="en-US" b="1" i="1" dirty="0">
                <a:solidFill>
                  <a:srgbClr val="000000"/>
                </a:solidFill>
                <a:latin typeface="Aptos" panose="020B0004020202020204" pitchFamily="34" charset="0"/>
              </a:rPr>
              <a:t>&lt; $0.10</a:t>
            </a:r>
            <a:r>
              <a:rPr lang="en-US" dirty="0">
                <a:solidFill>
                  <a:srgbClr val="000000"/>
                </a:solidFill>
                <a:latin typeface="Aptos" panose="020B0004020202020204" pitchFamily="34" charset="0"/>
              </a:rPr>
              <a:t>; Azure Pricing Calculator compatible</a:t>
            </a:r>
          </a:p>
          <a:p>
            <a:pPr marL="0" lvl="1" indent="0">
              <a:lnSpc>
                <a:spcPct val="150000"/>
              </a:lnSpc>
              <a:buClrTx/>
              <a:buNone/>
              <a:defRPr/>
            </a:pPr>
            <a:r>
              <a:rPr lang="en-US" b="1" dirty="0">
                <a:solidFill>
                  <a:srgbClr val="000000"/>
                </a:solidFill>
                <a:latin typeface="Aptos" panose="020B0004020202020204" pitchFamily="34" charset="0"/>
              </a:rPr>
              <a:t>8.  </a:t>
            </a:r>
            <a:r>
              <a:rPr lang="en-US" b="1" dirty="0" err="1">
                <a:solidFill>
                  <a:srgbClr val="000000"/>
                </a:solidFill>
                <a:latin typeface="Aptos" panose="020B0004020202020204" pitchFamily="34" charset="0"/>
              </a:rPr>
              <a:t>Calability</a:t>
            </a:r>
            <a:r>
              <a:rPr lang="en-US" b="1" dirty="0">
                <a:solidFill>
                  <a:srgbClr val="000000"/>
                </a:solidFill>
                <a:latin typeface="Aptos" panose="020B0004020202020204" pitchFamily="34" charset="0"/>
              </a:rPr>
              <a:t> </a:t>
            </a:r>
            <a:r>
              <a:rPr lang="en-US" dirty="0">
                <a:solidFill>
                  <a:srgbClr val="000000"/>
                </a:solidFill>
                <a:latin typeface="Aptos" panose="020B0004020202020204" pitchFamily="34" charset="0"/>
              </a:rPr>
              <a:t>— Azure Event Hubs supports millions of events/sec; adding Reactor #3 monitoring requires only a new `</a:t>
            </a:r>
            <a:r>
              <a:rPr lang="en-US" b="1" i="1" dirty="0">
                <a:solidFill>
                  <a:srgbClr val="000000"/>
                </a:solidFill>
                <a:latin typeface="Aptos" panose="020B0004020202020204" pitchFamily="34" charset="0"/>
              </a:rPr>
              <a:t>CHERNOBYL_TIMELINE</a:t>
            </a:r>
            <a:r>
              <a:rPr lang="en-US" dirty="0">
                <a:solidFill>
                  <a:srgbClr val="000000"/>
                </a:solidFill>
                <a:latin typeface="Aptos" panose="020B0004020202020204" pitchFamily="34" charset="0"/>
              </a:rPr>
              <a:t>` config; pub/sub `</a:t>
            </a:r>
            <a:r>
              <a:rPr lang="en-US" dirty="0" err="1">
                <a:solidFill>
                  <a:srgbClr val="000000"/>
                </a:solidFill>
                <a:latin typeface="Aptos" panose="020B0004020202020204" pitchFamily="34" charset="0"/>
              </a:rPr>
              <a:t>MessageBus</a:t>
            </a:r>
            <a:r>
              <a:rPr lang="en-US" dirty="0">
                <a:solidFill>
                  <a:srgbClr val="000000"/>
                </a:solidFill>
                <a:latin typeface="Aptos" panose="020B0004020202020204" pitchFamily="34" charset="0"/>
              </a:rPr>
              <a:t>` decouples all agents for independent horizontal scaling on AKS</a:t>
            </a:r>
          </a:p>
          <a:p>
            <a:pPr marL="342900" lvl="1" indent="-342900">
              <a:lnSpc>
                <a:spcPct val="150000"/>
              </a:lnSpc>
              <a:buClrTx/>
              <a:buAutoNum type="arabicPeriod" startAt="9"/>
              <a:defRPr/>
            </a:pPr>
            <a:r>
              <a:rPr lang="en-US" b="1" dirty="0">
                <a:solidFill>
                  <a:srgbClr val="000000"/>
                </a:solidFill>
                <a:latin typeface="Aptos" panose="020B0004020202020204" pitchFamily="34" charset="0"/>
              </a:rPr>
              <a:t>Integration </a:t>
            </a:r>
            <a:r>
              <a:rPr lang="en-US" dirty="0">
                <a:solidFill>
                  <a:srgbClr val="000000"/>
                </a:solidFill>
                <a:latin typeface="Aptos" panose="020B0004020202020204" pitchFamily="34" charset="0"/>
              </a:rPr>
              <a:t>— In-memory </a:t>
            </a:r>
            <a:r>
              <a:rPr lang="en-US" b="1" i="1" dirty="0">
                <a:solidFill>
                  <a:srgbClr val="000000"/>
                </a:solidFill>
                <a:latin typeface="Aptos" panose="020B0004020202020204" pitchFamily="34" charset="0"/>
              </a:rPr>
              <a:t>`</a:t>
            </a:r>
            <a:r>
              <a:rPr lang="en-US" b="1" i="1" dirty="0" err="1">
                <a:solidFill>
                  <a:srgbClr val="000000"/>
                </a:solidFill>
                <a:latin typeface="Aptos" panose="020B0004020202020204" pitchFamily="34" charset="0"/>
              </a:rPr>
              <a:t>MessageBus</a:t>
            </a:r>
            <a:r>
              <a:rPr lang="en-US" dirty="0">
                <a:solidFill>
                  <a:srgbClr val="000000"/>
                </a:solidFill>
                <a:latin typeface="Aptos" panose="020B0004020202020204" pitchFamily="34" charset="0"/>
              </a:rPr>
              <a:t>` connects all 5 agents; Orchestrator aggregates outputs into a unified </a:t>
            </a:r>
            <a:r>
              <a:rPr lang="en-US" b="1" i="1" dirty="0">
                <a:solidFill>
                  <a:srgbClr val="000000"/>
                </a:solidFill>
                <a:latin typeface="Aptos" panose="020B0004020202020204" pitchFamily="34" charset="0"/>
              </a:rPr>
              <a:t>`</a:t>
            </a:r>
            <a:r>
              <a:rPr lang="en-US" b="1" i="1" dirty="0" err="1">
                <a:solidFill>
                  <a:srgbClr val="000000"/>
                </a:solidFill>
                <a:latin typeface="Aptos" panose="020B0004020202020204" pitchFamily="34" charset="0"/>
              </a:rPr>
              <a:t>tick_summary</a:t>
            </a:r>
            <a:r>
              <a:rPr lang="en-US" b="1" i="1" dirty="0">
                <a:solidFill>
                  <a:srgbClr val="000000"/>
                </a:solidFill>
                <a:latin typeface="Aptos" panose="020B0004020202020204" pitchFamily="34" charset="0"/>
              </a:rPr>
              <a:t>` </a:t>
            </a:r>
            <a:r>
              <a:rPr lang="en-US" b="1" i="1" dirty="0" err="1">
                <a:solidFill>
                  <a:srgbClr val="000000"/>
                </a:solidFill>
                <a:latin typeface="Aptos" panose="020B0004020202020204" pitchFamily="34" charset="0"/>
              </a:rPr>
              <a:t>dict</a:t>
            </a:r>
            <a:r>
              <a:rPr lang="en-US" b="1" i="1" dirty="0">
                <a:solidFill>
                  <a:srgbClr val="000000"/>
                </a:solidFill>
                <a:latin typeface="Aptos" panose="020B0004020202020204" pitchFamily="34" charset="0"/>
              </a:rPr>
              <a:t>; </a:t>
            </a:r>
            <a:r>
              <a:rPr lang="en-US" b="1" i="1" dirty="0" err="1">
                <a:solidFill>
                  <a:srgbClr val="000000"/>
                </a:solidFill>
                <a:latin typeface="Aptos" panose="020B0004020202020204" pitchFamily="34" charset="0"/>
              </a:rPr>
              <a:t>FastAPI</a:t>
            </a:r>
            <a:r>
              <a:rPr lang="en-US" b="1" i="1" dirty="0">
                <a:solidFill>
                  <a:srgbClr val="000000"/>
                </a:solidFill>
                <a:latin typeface="Aptos" panose="020B0004020202020204" pitchFamily="34" charset="0"/>
              </a:rPr>
              <a:t> `/events</a:t>
            </a:r>
            <a:r>
              <a:rPr lang="en-US" dirty="0">
                <a:solidFill>
                  <a:srgbClr val="000000"/>
                </a:solidFill>
                <a:latin typeface="Aptos" panose="020B0004020202020204" pitchFamily="34" charset="0"/>
              </a:rPr>
              <a:t>` SSE endpoint streams live simulation data to the browser dashboard; all Azure services connected via documented SDK clients</a:t>
            </a:r>
          </a:p>
          <a:p>
            <a:pPr marL="342900" lvl="1" indent="-342900">
              <a:lnSpc>
                <a:spcPct val="150000"/>
              </a:lnSpc>
              <a:buClrTx/>
              <a:buAutoNum type="arabicPeriod" startAt="9"/>
              <a:defRPr/>
            </a:pPr>
            <a:r>
              <a:rPr lang="en-US" b="1" dirty="0">
                <a:solidFill>
                  <a:srgbClr val="000000"/>
                </a:solidFill>
                <a:latin typeface="Aptos" panose="020B0004020202020204" pitchFamily="34" charset="0"/>
              </a:rPr>
              <a:t>Provisioning Readiness  </a:t>
            </a:r>
            <a:r>
              <a:rPr lang="en-US" dirty="0">
                <a:solidFill>
                  <a:srgbClr val="000000"/>
                </a:solidFill>
                <a:latin typeface="Aptos" panose="020B0004020202020204" pitchFamily="34" charset="0"/>
              </a:rPr>
              <a:t>— All Azure equivalents inline-documented per module; `requirements.txt` covers all dependencies; `--smoke-test` mode validates the full 5-agent pipeline in 5 ticks; deploy-ready via `python main.py --web --port 8000` with a </a:t>
            </a:r>
            <a:r>
              <a:rPr lang="en-US" b="1" i="1" dirty="0">
                <a:solidFill>
                  <a:srgbClr val="000000"/>
                </a:solidFill>
                <a:latin typeface="Aptos" panose="020B0004020202020204" pitchFamily="34" charset="0"/>
              </a:rPr>
              <a:t>single-flag Azure toggle</a:t>
            </a:r>
          </a:p>
          <a:p>
            <a:pPr marL="342900" lvl="1" indent="-342900">
              <a:lnSpc>
                <a:spcPct val="150000"/>
              </a:lnSpc>
              <a:buClrTx/>
              <a:buFont typeface="+mj-lt"/>
              <a:buAutoNum type="arabicPeriod"/>
              <a:defRPr/>
            </a:pPr>
            <a:endParaRPr kumimoji="0" lang="en-US" b="0" i="0" u="none" strike="noStrike" kern="1200" cap="none" spc="0" normalizeH="0" baseline="0" noProof="0" dirty="0">
              <a:ln>
                <a:noFill/>
              </a:ln>
              <a:solidFill>
                <a:srgbClr val="000000"/>
              </a:solidFill>
              <a:effectLst/>
              <a:uLnTx/>
              <a:uFillTx/>
              <a:latin typeface="Aptos" panose="020B0004020202020204" pitchFamily="34" charset="0"/>
            </a:endParaRPr>
          </a:p>
        </p:txBody>
      </p:sp>
      <p:sp>
        <p:nvSpPr>
          <p:cNvPr id="16" name="Date Placeholder 15">
            <a:extLst>
              <a:ext uri="{FF2B5EF4-FFF2-40B4-BE49-F238E27FC236}">
                <a16:creationId xmlns:a16="http://schemas.microsoft.com/office/drawing/2014/main" id="{D42DC388-EFFA-46E5-6DD9-3194CC841090}"/>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2025. All rights reserved.</a:t>
            </a:r>
          </a:p>
        </p:txBody>
      </p:sp>
      <p:sp>
        <p:nvSpPr>
          <p:cNvPr id="17" name="Footer Placeholder 16">
            <a:extLst>
              <a:ext uri="{FF2B5EF4-FFF2-40B4-BE49-F238E27FC236}">
                <a16:creationId xmlns:a16="http://schemas.microsoft.com/office/drawing/2014/main" id="{E8F423E3-514D-E9A1-02D1-EA97327CC04D}"/>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18" name="Slide Number Placeholder 17">
            <a:extLst>
              <a:ext uri="{FF2B5EF4-FFF2-40B4-BE49-F238E27FC236}">
                <a16:creationId xmlns:a16="http://schemas.microsoft.com/office/drawing/2014/main" id="{24F7FDB1-04DA-3EBD-5116-2B84CB585546}"/>
              </a:ext>
            </a:extLst>
          </p:cNvPr>
          <p:cNvSpPr>
            <a:spLocks noGrp="1"/>
          </p:cNvSpPr>
          <p:nvPr>
            <p:ph type="sldNum" sz="quarter" idx="12"/>
          </p:nvPr>
        </p:nvSpPr>
        <p:spPr/>
        <p:txBody>
          <a:bodyPr/>
          <a:lstStyle/>
          <a:p>
            <a:pPr algn="r"/>
            <a:fld id="{5D9A5160-6218-4E5A-B9E6-B93E3DAE377C}" type="slidenum">
              <a:rPr lang="en-US" smtClean="0"/>
              <a:pPr algn="r"/>
              <a:t>9</a:t>
            </a:fld>
            <a:endParaRPr lang="en-US"/>
          </a:p>
        </p:txBody>
      </p:sp>
      <p:sp>
        <p:nvSpPr>
          <p:cNvPr id="13" name="TextBox 12">
            <a:extLst>
              <a:ext uri="{FF2B5EF4-FFF2-40B4-BE49-F238E27FC236}">
                <a16:creationId xmlns:a16="http://schemas.microsoft.com/office/drawing/2014/main" id="{5A8ACE42-8539-23AF-1172-CF61AD42CC9E}"/>
              </a:ext>
            </a:extLst>
          </p:cNvPr>
          <p:cNvSpPr txBox="1"/>
          <p:nvPr/>
        </p:nvSpPr>
        <p:spPr>
          <a:xfrm>
            <a:off x="514010" y="1014460"/>
            <a:ext cx="11379914" cy="523220"/>
          </a:xfrm>
          <a:prstGeom prst="rect">
            <a:avLst/>
          </a:prstGeom>
          <a:solidFill>
            <a:srgbClr val="00B050"/>
          </a:solidFill>
        </p:spPr>
        <p:txBody>
          <a:bodyPr wrap="square">
            <a:spAutoFit/>
          </a:bodyPr>
          <a:lstStyle/>
          <a:p>
            <a:r>
              <a:rPr lang="en-US" sz="1400">
                <a:solidFill>
                  <a:schemeClr val="bg1"/>
                </a:solidFill>
              </a:rPr>
              <a:t>Preventing the Chernobyl Disaster with a 5-Agent AI System on Azure</a:t>
            </a:r>
          </a:p>
          <a:p>
            <a:endParaRPr lang="en-US" sz="1400">
              <a:solidFill>
                <a:schemeClr val="bg1"/>
              </a:solidFill>
            </a:endParaRPr>
          </a:p>
        </p:txBody>
      </p:sp>
    </p:spTree>
    <p:extLst>
      <p:ext uri="{BB962C8B-B14F-4D97-AF65-F5344CB8AC3E}">
        <p14:creationId xmlns:p14="http://schemas.microsoft.com/office/powerpoint/2010/main" val="20214489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3110D2F8-07DF-7812-C00B-CD367E38815B}"/>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2F704AF-6623-A958-5985-BC1268965FDB}"/>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D017BB85-6458-CA6F-3BE4-D45B0C85DA32}"/>
              </a:ext>
            </a:extLst>
          </p:cNvPr>
          <p:cNvSpPr>
            <a:spLocks noGrp="1"/>
          </p:cNvSpPr>
          <p:nvPr>
            <p:ph type="sldNum" sz="quarter" idx="30"/>
          </p:nvPr>
        </p:nvSpPr>
        <p:spPr/>
        <p:txBody>
          <a:bodyPr/>
          <a:lstStyle/>
          <a:p>
            <a:pPr algn="r"/>
            <a:fld id="{5D9A5160-6218-4E5A-B9E6-B93E3DAE377C}" type="slidenum">
              <a:rPr lang="en-US" smtClean="0"/>
              <a:pPr algn="r"/>
              <a:t>10</a:t>
            </a:fld>
            <a:endParaRPr lang="en-US"/>
          </a:p>
        </p:txBody>
      </p:sp>
      <p:sp>
        <p:nvSpPr>
          <p:cNvPr id="8" name="TextBox 7">
            <a:extLst>
              <a:ext uri="{FF2B5EF4-FFF2-40B4-BE49-F238E27FC236}">
                <a16:creationId xmlns:a16="http://schemas.microsoft.com/office/drawing/2014/main" id="{8E2478E9-2891-D278-C387-64977CF1F72F}"/>
              </a:ext>
            </a:extLst>
          </p:cNvPr>
          <p:cNvSpPr txBox="1"/>
          <p:nvPr/>
        </p:nvSpPr>
        <p:spPr>
          <a:xfrm>
            <a:off x="2481943" y="2678322"/>
            <a:ext cx="7195457" cy="586957"/>
          </a:xfrm>
          <a:prstGeom prst="rect">
            <a:avLst/>
          </a:prstGeom>
          <a:noFill/>
        </p:spPr>
        <p:txBody>
          <a:bodyPr vert="horz" wrap="square" lIns="90000" tIns="46800" rIns="90000" bIns="46800" rtlCol="0" anchor="ctr">
            <a:spAutoFit/>
          </a:bodyPr>
          <a:lstStyle/>
          <a:p>
            <a:pPr algn="ctr">
              <a:spcBef>
                <a:spcPct val="0"/>
              </a:spcBef>
            </a:pPr>
            <a:r>
              <a:rPr lang="en-US" sz="3200" b="1"/>
              <a:t>Thank YOU</a:t>
            </a:r>
            <a:endParaRPr lang="en-IN" sz="3200" b="1" err="1"/>
          </a:p>
        </p:txBody>
      </p:sp>
    </p:spTree>
    <p:extLst>
      <p:ext uri="{BB962C8B-B14F-4D97-AF65-F5344CB8AC3E}">
        <p14:creationId xmlns:p14="http://schemas.microsoft.com/office/powerpoint/2010/main" val="19090744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3B4ED7-D379-D011-BEAA-EAD8577C880E}"/>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74F41BE4-04AA-1932-1E0E-824820B831C2}"/>
              </a:ext>
            </a:extLst>
          </p:cNvPr>
          <p:cNvSpPr>
            <a:spLocks noGrp="1"/>
          </p:cNvSpPr>
          <p:nvPr>
            <p:ph type="dt" sz="half" idx="28"/>
          </p:nvPr>
        </p:nvSpPr>
        <p:spPr>
          <a:xfrm>
            <a:off x="9483355" y="6977233"/>
            <a:ext cx="1831210" cy="123111"/>
          </a:xfrm>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54F0919-D492-31AE-B5F9-289EE98DE577}"/>
              </a:ext>
            </a:extLst>
          </p:cNvPr>
          <p:cNvSpPr>
            <a:spLocks noGrp="1"/>
          </p:cNvSpPr>
          <p:nvPr>
            <p:ph type="ftr" sz="quarter" idx="29"/>
          </p:nvPr>
        </p:nvSpPr>
        <p:spPr>
          <a:xfrm>
            <a:off x="224291" y="6977233"/>
            <a:ext cx="4716524" cy="123111"/>
          </a:xfrm>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38F7B826-59E8-BEE9-1404-E1477CFB0484}"/>
              </a:ext>
            </a:extLst>
          </p:cNvPr>
          <p:cNvSpPr>
            <a:spLocks noGrp="1"/>
          </p:cNvSpPr>
          <p:nvPr>
            <p:ph type="sldNum" sz="quarter" idx="30"/>
          </p:nvPr>
        </p:nvSpPr>
        <p:spPr>
          <a:xfrm>
            <a:off x="11451769" y="6977233"/>
            <a:ext cx="232665" cy="123111"/>
          </a:xfrm>
        </p:spPr>
        <p:txBody>
          <a:bodyPr/>
          <a:lstStyle/>
          <a:p>
            <a:pPr algn="r"/>
            <a:fld id="{5D9A5160-6218-4E5A-B9E6-B93E3DAE377C}" type="slidenum">
              <a:rPr lang="en-US" smtClean="0"/>
              <a:pPr algn="r"/>
              <a:t>11</a:t>
            </a:fld>
            <a:endParaRPr lang="en-US"/>
          </a:p>
        </p:txBody>
      </p:sp>
      <p:sp>
        <p:nvSpPr>
          <p:cNvPr id="8" name="TextBox 7">
            <a:extLst>
              <a:ext uri="{FF2B5EF4-FFF2-40B4-BE49-F238E27FC236}">
                <a16:creationId xmlns:a16="http://schemas.microsoft.com/office/drawing/2014/main" id="{B5FDC7A8-D079-FA41-DBCC-8DD7A72CD588}"/>
              </a:ext>
            </a:extLst>
          </p:cNvPr>
          <p:cNvSpPr txBox="1"/>
          <p:nvPr/>
        </p:nvSpPr>
        <p:spPr>
          <a:xfrm>
            <a:off x="2155371" y="3004894"/>
            <a:ext cx="7195457" cy="586957"/>
          </a:xfrm>
          <a:prstGeom prst="rect">
            <a:avLst/>
          </a:prstGeom>
          <a:noFill/>
        </p:spPr>
        <p:txBody>
          <a:bodyPr vert="horz" wrap="square" lIns="90000" tIns="46800" rIns="90000" bIns="46800" rtlCol="0" anchor="ctr">
            <a:spAutoFit/>
          </a:bodyPr>
          <a:lstStyle/>
          <a:p>
            <a:pPr algn="ctr">
              <a:spcBef>
                <a:spcPct val="0"/>
              </a:spcBef>
            </a:pPr>
            <a:r>
              <a:rPr lang="en-US" sz="3200" b="1" dirty="0"/>
              <a:t>Appendix</a:t>
            </a:r>
            <a:endParaRPr lang="en-IN" sz="3200" b="1" dirty="0"/>
          </a:p>
        </p:txBody>
      </p:sp>
    </p:spTree>
    <p:extLst>
      <p:ext uri="{BB962C8B-B14F-4D97-AF65-F5344CB8AC3E}">
        <p14:creationId xmlns:p14="http://schemas.microsoft.com/office/powerpoint/2010/main" val="23849260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9B82FDF9-60ED-3512-3B50-82CB8DE0BA92}"/>
              </a:ext>
            </a:extLst>
          </p:cNvPr>
          <p:cNvSpPr>
            <a:spLocks noGrp="1"/>
          </p:cNvSpPr>
          <p:nvPr>
            <p:ph type="dt" sz="half" idx="10"/>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4" name="Footer Placeholder 3">
            <a:extLst>
              <a:ext uri="{FF2B5EF4-FFF2-40B4-BE49-F238E27FC236}">
                <a16:creationId xmlns:a16="http://schemas.microsoft.com/office/drawing/2014/main" id="{373C7112-155C-A41C-0510-BF02937CD4A3}"/>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A156CB35-1404-2915-851E-32BE573A571D}"/>
              </a:ext>
            </a:extLst>
          </p:cNvPr>
          <p:cNvSpPr>
            <a:spLocks noGrp="1"/>
          </p:cNvSpPr>
          <p:nvPr>
            <p:ph type="sldNum" sz="quarter" idx="12"/>
          </p:nvPr>
        </p:nvSpPr>
        <p:spPr/>
        <p:txBody>
          <a:bodyPr/>
          <a:lstStyle/>
          <a:p>
            <a:pPr algn="r"/>
            <a:fld id="{5D9A5160-6218-4E5A-B9E6-B93E3DAE377C}" type="slidenum">
              <a:rPr lang="en-US" smtClean="0"/>
              <a:pPr algn="r"/>
              <a:t>12</a:t>
            </a:fld>
            <a:endParaRPr lang="en-US"/>
          </a:p>
        </p:txBody>
      </p:sp>
      <p:sp>
        <p:nvSpPr>
          <p:cNvPr id="6" name="Text Placeholder 3">
            <a:extLst>
              <a:ext uri="{FF2B5EF4-FFF2-40B4-BE49-F238E27FC236}">
                <a16:creationId xmlns:a16="http://schemas.microsoft.com/office/drawing/2014/main" id="{00072A38-236A-CB33-08C2-87A66050D3B5}"/>
              </a:ext>
            </a:extLst>
          </p:cNvPr>
          <p:cNvSpPr txBox="1">
            <a:spLocks/>
          </p:cNvSpPr>
          <p:nvPr/>
        </p:nvSpPr>
        <p:spPr>
          <a:xfrm>
            <a:off x="4883377" y="370925"/>
            <a:ext cx="5108869" cy="369332"/>
          </a:xfrm>
          <a:prstGeom prst="rect">
            <a:avLst/>
          </a:prstGeom>
        </p:spPr>
        <p:txBody>
          <a:bodyPr vert="horz" wrap="square" lIns="0" tIns="0" rIns="0" bIns="0" rtlCol="0" anchor="t">
            <a:spAutoFit/>
          </a:bodyPr>
          <a:lst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2000" b="0" kern="1200">
                <a:solidFill>
                  <a:schemeClr val="tx2"/>
                </a:solidFill>
                <a:latin typeface="+mn-lt"/>
                <a:ea typeface="+mn-ea"/>
                <a:cs typeface="+mn-cs"/>
              </a:defRPr>
            </a:lvl1pPr>
            <a:lvl2pPr marL="180975" indent="-180975" algn="l" defTabSz="914400" rtl="0" eaLnBrk="1" latinLnBrk="0" hangingPunct="1">
              <a:lnSpc>
                <a:spcPct val="100000"/>
              </a:lnSpc>
              <a:spcBef>
                <a:spcPts val="12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1200"/>
              </a:spcBef>
              <a:buClr>
                <a:srgbClr val="FEB100"/>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1200"/>
              </a:spcBef>
              <a:buClr>
                <a:srgbClr val="00D5D0"/>
              </a:buClr>
              <a:buFont typeface="Arial" panose="020B060402020202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1200"/>
              </a:spcBef>
              <a:buClr>
                <a:schemeClr val="tx2"/>
              </a:buClr>
              <a:buFont typeface="Arial" panose="020B0604020202020204" pitchFamily="34" charset="0"/>
              <a:buChar char="•"/>
              <a:defRPr sz="10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schemeClr val="accent3"/>
                </a:solidFill>
                <a:effectLst/>
                <a:uLnTx/>
                <a:uFillTx/>
                <a:latin typeface="Ubuntu Medium"/>
                <a:ea typeface="+mn-ea"/>
                <a:cs typeface="+mn-cs"/>
              </a:rPr>
              <a:t>Architecture</a:t>
            </a:r>
          </a:p>
        </p:txBody>
      </p:sp>
      <p:sp>
        <p:nvSpPr>
          <p:cNvPr id="10" name="TextBox 9">
            <a:extLst>
              <a:ext uri="{FF2B5EF4-FFF2-40B4-BE49-F238E27FC236}">
                <a16:creationId xmlns:a16="http://schemas.microsoft.com/office/drawing/2014/main" id="{81735357-4403-D657-C5BF-61524BDDC53E}"/>
              </a:ext>
            </a:extLst>
          </p:cNvPr>
          <p:cNvSpPr txBox="1"/>
          <p:nvPr/>
        </p:nvSpPr>
        <p:spPr>
          <a:xfrm>
            <a:off x="732144" y="1811883"/>
            <a:ext cx="11046197" cy="4693593"/>
          </a:xfrm>
          <a:prstGeom prst="rect">
            <a:avLst/>
          </a:prstGeom>
          <a:noFill/>
        </p:spPr>
        <p:txBody>
          <a:bodyPr wrap="square" lIns="91440" tIns="45720" rIns="91440" bIns="45720" anchor="t">
            <a:spAutoFit/>
          </a:bodyPr>
          <a:lstStyle/>
          <a:p>
            <a:pPr marL="171450" indent="-171450">
              <a:lnSpc>
                <a:spcPct val="150000"/>
              </a:lnSpc>
              <a:buFont typeface="Wingdings" panose="05000000000000000000" pitchFamily="2" charset="2"/>
              <a:buChar char="Ø"/>
            </a:pPr>
            <a:r>
              <a:rPr lang="en-US" sz="1600" dirty="0">
                <a:solidFill>
                  <a:schemeClr val="tx1">
                    <a:lumMod val="85000"/>
                    <a:lumOff val="15000"/>
                  </a:schemeClr>
                </a:solidFill>
                <a:latin typeface="Aptos" panose="020B0004020202020204" pitchFamily="34" charset="0"/>
              </a:rPr>
              <a:t>PR 7-layer architecture maps natively to Azure: </a:t>
            </a:r>
          </a:p>
          <a:p>
            <a:pPr marL="628650" lvl="1" indent="-171450">
              <a:lnSpc>
                <a:spcPct val="150000"/>
              </a:lnSpc>
              <a:buFont typeface="Wingdings" panose="05000000000000000000" pitchFamily="2" charset="2"/>
              <a:buChar char="§"/>
            </a:pPr>
            <a:r>
              <a:rPr lang="en-US" sz="1600" dirty="0" err="1">
                <a:solidFill>
                  <a:schemeClr val="tx1">
                    <a:lumMod val="85000"/>
                    <a:lumOff val="15000"/>
                  </a:schemeClr>
                </a:solidFill>
                <a:latin typeface="Aptos" panose="020B0004020202020204" pitchFamily="34" charset="0"/>
              </a:rPr>
              <a:t>EventSimulator</a:t>
            </a:r>
            <a:r>
              <a:rPr lang="en-US" sz="1600" dirty="0">
                <a:solidFill>
                  <a:schemeClr val="tx1">
                    <a:lumMod val="85000"/>
                    <a:lumOff val="15000"/>
                  </a:schemeClr>
                </a:solidFill>
                <a:latin typeface="Aptos" panose="020B0004020202020204" pitchFamily="34" charset="0"/>
              </a:rPr>
              <a:t>→ Azure Event Hubs**, </a:t>
            </a:r>
          </a:p>
          <a:p>
            <a:pPr marL="628650" lvl="1" indent="-171450">
              <a:lnSpc>
                <a:spcPct val="150000"/>
              </a:lnSpc>
              <a:buFont typeface="Wingdings" panose="05000000000000000000" pitchFamily="2" charset="2"/>
              <a:buChar char="§"/>
            </a:pPr>
            <a:r>
              <a:rPr lang="en-US" sz="1600" dirty="0" err="1">
                <a:solidFill>
                  <a:schemeClr val="tx1">
                    <a:lumMod val="85000"/>
                    <a:lumOff val="15000"/>
                  </a:schemeClr>
                </a:solidFill>
                <a:latin typeface="Aptos" panose="020B0004020202020204" pitchFamily="34" charset="0"/>
              </a:rPr>
              <a:t>MessageBus</a:t>
            </a:r>
            <a:r>
              <a:rPr lang="en-US" sz="1600" dirty="0">
                <a:solidFill>
                  <a:schemeClr val="tx1">
                    <a:lumMod val="85000"/>
                    <a:lumOff val="15000"/>
                  </a:schemeClr>
                </a:solidFill>
                <a:latin typeface="Aptos" panose="020B0004020202020204" pitchFamily="34" charset="0"/>
              </a:rPr>
              <a:t> → **Azure Service Bus**,</a:t>
            </a:r>
          </a:p>
          <a:p>
            <a:pPr marL="628650" lvl="1" indent="-171450">
              <a:lnSpc>
                <a:spcPct val="150000"/>
              </a:lnSpc>
              <a:buFont typeface="Wingdings" panose="05000000000000000000" pitchFamily="2" charset="2"/>
              <a:buChar char="§"/>
            </a:pPr>
            <a:r>
              <a:rPr lang="en-US" sz="1600" dirty="0">
                <a:solidFill>
                  <a:schemeClr val="tx1">
                    <a:lumMod val="85000"/>
                    <a:lumOff val="15000"/>
                  </a:schemeClr>
                </a:solidFill>
                <a:latin typeface="Aptos" panose="020B0004020202020204" pitchFamily="34" charset="0"/>
              </a:rPr>
              <a:t>Orchestrator state → **Azure Cosmos DB**, `</a:t>
            </a:r>
          </a:p>
          <a:p>
            <a:pPr marL="628650" lvl="1" indent="-171450">
              <a:lnSpc>
                <a:spcPct val="150000"/>
              </a:lnSpc>
              <a:buFont typeface="Wingdings" panose="05000000000000000000" pitchFamily="2" charset="2"/>
              <a:buChar char="§"/>
            </a:pPr>
            <a:r>
              <a:rPr lang="en-US" sz="1600" dirty="0" err="1">
                <a:solidFill>
                  <a:schemeClr val="tx1">
                    <a:lumMod val="85000"/>
                    <a:lumOff val="15000"/>
                  </a:schemeClr>
                </a:solidFill>
                <a:latin typeface="Aptos" panose="020B0004020202020204" pitchFamily="34" charset="0"/>
              </a:rPr>
              <a:t>LLMClient</a:t>
            </a:r>
            <a:r>
              <a:rPr lang="en-US" sz="1600" dirty="0">
                <a:solidFill>
                  <a:schemeClr val="tx1">
                    <a:lumMod val="85000"/>
                    <a:lumOff val="15000"/>
                  </a:schemeClr>
                </a:solidFill>
                <a:latin typeface="Aptos" panose="020B0004020202020204" pitchFamily="34" charset="0"/>
              </a:rPr>
              <a:t> → **Azure OpenAI GPT-4o**, `</a:t>
            </a:r>
          </a:p>
          <a:p>
            <a:pPr marL="628650" lvl="1" indent="-171450">
              <a:lnSpc>
                <a:spcPct val="150000"/>
              </a:lnSpc>
              <a:buFont typeface="Wingdings" panose="05000000000000000000" pitchFamily="2" charset="2"/>
              <a:buChar char="§"/>
            </a:pPr>
            <a:r>
              <a:rPr lang="en-US" sz="1600" dirty="0" err="1">
                <a:solidFill>
                  <a:schemeClr val="tx1">
                    <a:lumMod val="85000"/>
                    <a:lumOff val="15000"/>
                  </a:schemeClr>
                </a:solidFill>
                <a:latin typeface="Aptos" panose="020B0004020202020204" pitchFamily="34" charset="0"/>
              </a:rPr>
              <a:t>RiskAgent</a:t>
            </a:r>
            <a:r>
              <a:rPr lang="en-US" sz="1600" dirty="0">
                <a:solidFill>
                  <a:schemeClr val="tx1">
                    <a:lumMod val="85000"/>
                    <a:lumOff val="15000"/>
                  </a:schemeClr>
                </a:solidFill>
                <a:latin typeface="Aptos" panose="020B0004020202020204" pitchFamily="34" charset="0"/>
              </a:rPr>
              <a:t>` knowledge retrieval → </a:t>
            </a:r>
          </a:p>
          <a:p>
            <a:pPr marL="628650" lvl="1" indent="-171450">
              <a:lnSpc>
                <a:spcPct val="150000"/>
              </a:lnSpc>
              <a:buFont typeface="Wingdings" panose="05000000000000000000" pitchFamily="2" charset="2"/>
              <a:buChar char="§"/>
            </a:pPr>
            <a:r>
              <a:rPr lang="en-US" sz="1600" dirty="0">
                <a:solidFill>
                  <a:schemeClr val="tx1">
                    <a:lumMod val="85000"/>
                    <a:lumOff val="15000"/>
                  </a:schemeClr>
                </a:solidFill>
                <a:latin typeface="Aptos" panose="020B0004020202020204" pitchFamily="34" charset="0"/>
              </a:rPr>
              <a:t>Azure AI Search** over IAEA docs</a:t>
            </a:r>
          </a:p>
          <a:p>
            <a:pPr marL="628650" lvl="1" indent="-171450">
              <a:lnSpc>
                <a:spcPct val="150000"/>
              </a:lnSpc>
              <a:buFont typeface="Wingdings" panose="05000000000000000000" pitchFamily="2" charset="2"/>
              <a:buChar char="§"/>
            </a:pPr>
            <a:r>
              <a:rPr lang="en-US" sz="1600" dirty="0">
                <a:solidFill>
                  <a:schemeClr val="tx1">
                    <a:lumMod val="85000"/>
                    <a:lumOff val="15000"/>
                  </a:schemeClr>
                </a:solidFill>
                <a:latin typeface="Aptos" panose="020B0004020202020204" pitchFamily="34" charset="0"/>
              </a:rPr>
              <a:t>Web dashboard → **React on AKS** — each choice aligned with the Well-Architected Framework pillars of reliability, security, performance, and cost optimization. [www-</a:t>
            </a:r>
            <a:r>
              <a:rPr lang="en-US" sz="1600" dirty="0" err="1">
                <a:solidFill>
                  <a:schemeClr val="tx1">
                    <a:lumMod val="85000"/>
                    <a:lumOff val="15000"/>
                  </a:schemeClr>
                </a:solidFill>
                <a:latin typeface="Aptos" panose="020B0004020202020204" pitchFamily="34" charset="0"/>
              </a:rPr>
              <a:t>pub.iaea</a:t>
            </a:r>
            <a:r>
              <a:rPr lang="en-US" sz="1600" dirty="0">
                <a:solidFill>
                  <a:schemeClr val="tx1">
                    <a:lumMod val="85000"/>
                    <a:lumOff val="15000"/>
                  </a:schemeClr>
                </a:solidFill>
                <a:latin typeface="Aptos" panose="020B0004020202020204" pitchFamily="34" charset="0"/>
              </a:rPr>
              <a:t>](</a:t>
            </a:r>
            <a:r>
              <a:rPr lang="en-US" sz="1600" dirty="0">
                <a:solidFill>
                  <a:schemeClr val="tx1">
                    <a:lumMod val="85000"/>
                    <a:lumOff val="15000"/>
                  </a:schemeClr>
                </a:solidFill>
                <a:latin typeface="Aptos" panose="020B0004020202020204" pitchFamily="34" charset="0"/>
                <a:hlinkClick r:id="rId2">
                  <a:extLst>
                    <a:ext uri="{A12FA001-AC4F-418D-AE19-62706E023703}">
                      <ahyp:hlinkClr xmlns:ahyp="http://schemas.microsoft.com/office/drawing/2018/hyperlinkcolor" val="tx"/>
                    </a:ext>
                  </a:extLst>
                </a:hlinkClick>
              </a:rPr>
              <a:t>https://www-pub.iaea.org/MTCD/Publications/PubDetAR.asp?pubId=3786</a:t>
            </a:r>
            <a:r>
              <a:rPr lang="en-US" sz="1600" dirty="0">
                <a:solidFill>
                  <a:schemeClr val="tx1">
                    <a:lumMod val="85000"/>
                    <a:lumOff val="15000"/>
                  </a:schemeClr>
                </a:solidFill>
                <a:latin typeface="Aptos" panose="020B0004020202020204" pitchFamily="34" charset="0"/>
              </a:rPr>
              <a:t>)</a:t>
            </a:r>
          </a:p>
          <a:p>
            <a:pPr marL="628650" lvl="1" indent="-171450">
              <a:lnSpc>
                <a:spcPct val="150000"/>
              </a:lnSpc>
              <a:buFont typeface="Wingdings" panose="05000000000000000000" pitchFamily="2" charset="2"/>
              <a:buChar char="§"/>
            </a:pPr>
            <a:endParaRPr lang="en-US" sz="1600" dirty="0">
              <a:solidFill>
                <a:schemeClr val="tx1">
                  <a:lumMod val="85000"/>
                  <a:lumOff val="15000"/>
                </a:schemeClr>
              </a:solidFill>
              <a:latin typeface="Aptos" panose="020B0004020202020204" pitchFamily="34" charset="0"/>
            </a:endParaRPr>
          </a:p>
          <a:p>
            <a:pPr marL="628650" lvl="1" indent="-171450">
              <a:lnSpc>
                <a:spcPct val="150000"/>
              </a:lnSpc>
              <a:buFont typeface="Wingdings" panose="05000000000000000000" pitchFamily="2" charset="2"/>
              <a:buChar char="§"/>
            </a:pPr>
            <a:r>
              <a:rPr lang="en-US" sz="1600" dirty="0">
                <a:solidFill>
                  <a:schemeClr val="tx1">
                    <a:lumMod val="85000"/>
                    <a:lumOff val="15000"/>
                  </a:schemeClr>
                </a:solidFill>
                <a:latin typeface="Aptos" panose="020B0004020202020204" pitchFamily="34" charset="0"/>
              </a:rPr>
              <a:t>A detailed Architecture diagram is present on slide no.</a:t>
            </a:r>
          </a:p>
          <a:p>
            <a:endParaRPr lang="en-US" sz="1200" dirty="0">
              <a:solidFill>
                <a:schemeClr val="tx1">
                  <a:lumMod val="85000"/>
                  <a:lumOff val="15000"/>
                </a:schemeClr>
              </a:solidFill>
              <a:latin typeface="Aptos" panose="020B0004020202020204" pitchFamily="34" charset="0"/>
            </a:endParaRPr>
          </a:p>
        </p:txBody>
      </p:sp>
      <p:sp>
        <p:nvSpPr>
          <p:cNvPr id="7" name="TextBox 6">
            <a:extLst>
              <a:ext uri="{FF2B5EF4-FFF2-40B4-BE49-F238E27FC236}">
                <a16:creationId xmlns:a16="http://schemas.microsoft.com/office/drawing/2014/main" id="{2C764A11-E4F3-23C0-F7DD-53BA9F9E6A46}"/>
              </a:ext>
            </a:extLst>
          </p:cNvPr>
          <p:cNvSpPr txBox="1"/>
          <p:nvPr/>
        </p:nvSpPr>
        <p:spPr>
          <a:xfrm>
            <a:off x="514010" y="1014460"/>
            <a:ext cx="11379914" cy="523220"/>
          </a:xfrm>
          <a:prstGeom prst="rect">
            <a:avLst/>
          </a:prstGeom>
          <a:solidFill>
            <a:srgbClr val="00B050"/>
          </a:solidFill>
        </p:spPr>
        <p:txBody>
          <a:bodyPr wrap="square">
            <a:spAutoFit/>
          </a:bodyPr>
          <a:lstStyle/>
          <a:p>
            <a:pPr algn="ctr"/>
            <a:r>
              <a:rPr lang="en-US" sz="1400">
                <a:solidFill>
                  <a:schemeClr val="bg1"/>
                </a:solidFill>
              </a:rPr>
              <a:t>Preventing the Chernobyl Disaster with a 5-Agent AI System on Azure</a:t>
            </a:r>
          </a:p>
          <a:p>
            <a:pPr algn="ctr"/>
            <a:endParaRPr lang="en-US" sz="1400">
              <a:solidFill>
                <a:schemeClr val="bg1"/>
              </a:solidFill>
            </a:endParaRPr>
          </a:p>
        </p:txBody>
      </p:sp>
    </p:spTree>
    <p:extLst>
      <p:ext uri="{BB962C8B-B14F-4D97-AF65-F5344CB8AC3E}">
        <p14:creationId xmlns:p14="http://schemas.microsoft.com/office/powerpoint/2010/main" val="478759783"/>
      </p:ext>
    </p:extLst>
  </p:cSld>
  <p:clrMapOvr>
    <a:masterClrMapping/>
  </p:clrMapOvr>
</p:sld>
</file>

<file path=ppt/theme/theme1.xml><?xml version="1.0" encoding="utf-8"?>
<a:theme xmlns:a="http://schemas.openxmlformats.org/drawingml/2006/main" name="Capgemini_Bright_2025">
  <a:themeElements>
    <a:clrScheme name="Capgemini Bright 2026">
      <a:dk1>
        <a:srgbClr val="000000"/>
      </a:dk1>
      <a:lt1>
        <a:srgbClr val="FFFFFF"/>
      </a:lt1>
      <a:dk2>
        <a:srgbClr val="0058AB"/>
      </a:dk2>
      <a:lt2>
        <a:srgbClr val="FFFFFF"/>
      </a:lt2>
      <a:accent1>
        <a:srgbClr val="0058AB"/>
      </a:accent1>
      <a:accent2>
        <a:srgbClr val="1DB8F2"/>
      </a:accent2>
      <a:accent3>
        <a:srgbClr val="121A38"/>
      </a:accent3>
      <a:accent4>
        <a:srgbClr val="00828E"/>
      </a:accent4>
      <a:accent5>
        <a:srgbClr val="BE4D00"/>
      </a:accent5>
      <a:accent6>
        <a:srgbClr val="8F3237"/>
      </a:accent6>
      <a:hlink>
        <a:srgbClr val="0058AB"/>
      </a:hlink>
      <a:folHlink>
        <a:srgbClr val="1DB8F2"/>
      </a:folHlink>
    </a:clrScheme>
    <a:fontScheme name="Capgemini 2024">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defPPr>
      </a:lstStyle>
    </a:txDef>
  </a:objectDefaults>
  <a:extraClrSchemeLst/>
  <a:custClrLst>
    <a:custClr name="Turquoise">
      <a:srgbClr val="00D5D0"/>
    </a:custClr>
    <a:custClr name="Yellow">
      <a:srgbClr val="FEB100"/>
    </a:custClr>
    <a:custClr name="Orange">
      <a:srgbClr val="FF816E"/>
    </a:custClr>
    <a:custClr name="Lilac">
      <a:srgbClr val="D4D3F1"/>
    </a:custClr>
    <a:custClr name="Teal">
      <a:srgbClr val="00828E"/>
    </a:custClr>
    <a:custClr name="Terracotta">
      <a:srgbClr val="BE4D00"/>
    </a:custClr>
    <a:custClr name="Deep Red">
      <a:srgbClr val="8F3237"/>
    </a:custClr>
    <a:custClr name="Purple">
      <a:srgbClr val="71609E"/>
    </a:custClr>
  </a:custClrLst>
  <a:extLst>
    <a:ext uri="{05A4C25C-085E-4340-85A3-A5531E510DB2}">
      <thm15:themeFamily xmlns:thm15="http://schemas.microsoft.com/office/thememl/2012/main" name="Capgemini_PPT-template_Master_February-02-2026" id="{643CFCD9-5D42-47EC-8CC7-8D856D17DCD2}" vid="{146F7EC5-EAD0-403A-8A34-B166E4CB0DE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72C44C9799C9545A5261C0AF70B4333" ma:contentTypeVersion="12" ma:contentTypeDescription="Create a new document." ma:contentTypeScope="" ma:versionID="5e4cadbf8931f3a42467c8a0955d4fc4">
  <xsd:schema xmlns:xsd="http://www.w3.org/2001/XMLSchema" xmlns:xs="http://www.w3.org/2001/XMLSchema" xmlns:p="http://schemas.microsoft.com/office/2006/metadata/properties" xmlns:ns2="71ec4482-8a5f-419e-a3fb-f1ff39837bb1" xmlns:ns3="289d593b-f9da-44ad-aeed-35e8c5022e75" targetNamespace="http://schemas.microsoft.com/office/2006/metadata/properties" ma:root="true" ma:fieldsID="914513dae8da38dff2ffd10bf6795a4a" ns2:_="" ns3:_="">
    <xsd:import namespace="71ec4482-8a5f-419e-a3fb-f1ff39837bb1"/>
    <xsd:import namespace="289d593b-f9da-44ad-aeed-35e8c5022e7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ec4482-8a5f-419e-a3fb-f1ff39837b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89d593b-f9da-44ad-aeed-35e8c5022e75"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f21e7f45-79c5-438a-9c31-31bb88d8ed8a}" ma:internalName="TaxCatchAll" ma:showField="CatchAllData" ma:web="289d593b-f9da-44ad-aeed-35e8c5022e7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71ec4482-8a5f-419e-a3fb-f1ff39837bb1">
      <Terms xmlns="http://schemas.microsoft.com/office/infopath/2007/PartnerControls"/>
    </lcf76f155ced4ddcb4097134ff3c332f>
    <TaxCatchAll xmlns="289d593b-f9da-44ad-aeed-35e8c5022e7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2F5F0AE-BCDF-448A-B957-7FBA40B873A7}">
  <ds:schemaRefs>
    <ds:schemaRef ds:uri="289d593b-f9da-44ad-aeed-35e8c5022e75"/>
    <ds:schemaRef ds:uri="71ec4482-8a5f-419e-a3fb-f1ff39837bb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B0A0046D-0765-4685-8521-7D1E34B9A377}">
  <ds:schemaRefs>
    <ds:schemaRef ds:uri="http://schemas.microsoft.com/office/2006/documentManagement/types"/>
    <ds:schemaRef ds:uri="http://purl.org/dc/dcmitype/"/>
    <ds:schemaRef ds:uri="http://schemas.microsoft.com/office/2006/metadata/properties"/>
    <ds:schemaRef ds:uri="http://purl.org/dc/elements/1.1/"/>
    <ds:schemaRef ds:uri="http://purl.org/dc/terms/"/>
    <ds:schemaRef ds:uri="http://schemas.microsoft.com/office/infopath/2007/PartnerControls"/>
    <ds:schemaRef ds:uri="http://www.w3.org/XML/1998/namespace"/>
    <ds:schemaRef ds:uri="http://schemas.openxmlformats.org/package/2006/metadata/core-properties"/>
    <ds:schemaRef ds:uri="289d593b-f9da-44ad-aeed-35e8c5022e75"/>
    <ds:schemaRef ds:uri="71ec4482-8a5f-419e-a3fb-f1ff39837bb1"/>
  </ds:schemaRefs>
</ds:datastoreItem>
</file>

<file path=customXml/itemProps3.xml><?xml version="1.0" encoding="utf-8"?>
<ds:datastoreItem xmlns:ds="http://schemas.openxmlformats.org/officeDocument/2006/customXml" ds:itemID="{47CF04F0-456A-483D-A7D2-D6142AA5B354}">
  <ds:schemaRefs>
    <ds:schemaRef ds:uri="http://schemas.microsoft.com/sharepoint/v3/contenttype/forms"/>
  </ds:schemaRefs>
</ds:datastoreItem>
</file>

<file path=docMetadata/LabelInfo.xml><?xml version="1.0" encoding="utf-8"?>
<clbl:labelList xmlns:clbl="http://schemas.microsoft.com/office/2020/mipLabelMetadata">
  <clbl:label id="{e760c494-6550-44b4-8258-77c175d778b7}" enabled="1" method="Standard" siteId="{76a2ae5a-9f00-4f6b-95ed-5d33d77c4d61}" removed="0"/>
</clbl:labelList>
</file>

<file path=docProps/app.xml><?xml version="1.0" encoding="utf-8"?>
<Properties xmlns="http://schemas.openxmlformats.org/officeDocument/2006/extended-properties" xmlns:vt="http://schemas.openxmlformats.org/officeDocument/2006/docPropsVTypes">
  <Template>Capgemini_Bright_2025</Template>
  <TotalTime>0</TotalTime>
  <Words>2010</Words>
  <Application>Microsoft Office PowerPoint</Application>
  <PresentationFormat>Widescreen</PresentationFormat>
  <Paragraphs>201</Paragraphs>
  <Slides>12</Slides>
  <Notes>4</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Capgemini_Bright_2025</vt:lpstr>
      <vt:lpstr>Team Watt Agents  Real-time resilience Approach</vt:lpstr>
      <vt:lpstr>PowerPoint Presentation</vt:lpstr>
      <vt:lpstr>PRIPYAT-1986 — USE CASE &amp; ARCHITECTURE</vt:lpstr>
      <vt:lpstr>Usecase — Real-time resilience Approach</vt:lpstr>
      <vt:lpstr>Usecase — Real-time resilience Approach</vt:lpstr>
      <vt:lpstr>Functional Architecture</vt:lpstr>
      <vt:lpstr>High Level Technical Architecture</vt:lpstr>
      <vt:lpstr> ARCHITECTURE - Real-time resilience Approach</vt:lpstr>
      <vt:lpstr> ARCHITECTURE - Real-time resilience Approach</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Bartolome Ruiz, Raul</dc:creator>
  <cp:keywords/>
  <dc:description/>
  <cp:lastModifiedBy>Deenadayalan, Balaji</cp:lastModifiedBy>
  <cp:revision>3</cp:revision>
  <dcterms:created xsi:type="dcterms:W3CDTF">2026-02-09T11:16:54Z</dcterms:created>
  <dcterms:modified xsi:type="dcterms:W3CDTF">2026-04-27T13:07:04Z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0x010100D72C44C9799C9545A5261C0AF70B4333</vt:lpwstr>
  </property>
  <property fmtid="{D5CDD505-2E9C-101B-9397-08002B2CF9AE}" pid="4" name="MSIP_Label_e760c494-6550-44b4-8258-77c175d778b7_Enabled">
    <vt:lpwstr>true</vt:lpwstr>
  </property>
  <property fmtid="{D5CDD505-2E9C-101B-9397-08002B2CF9AE}" pid="5" name="MSIP_Label_e760c494-6550-44b4-8258-77c175d778b7_SetDate">
    <vt:lpwstr>2026-02-09T12:25:45Z</vt:lpwstr>
  </property>
  <property fmtid="{D5CDD505-2E9C-101B-9397-08002B2CF9AE}" pid="6" name="MSIP_Label_e760c494-6550-44b4-8258-77c175d778b7_Method">
    <vt:lpwstr>Standard</vt:lpwstr>
  </property>
  <property fmtid="{D5CDD505-2E9C-101B-9397-08002B2CF9AE}" pid="7" name="MSIP_Label_e760c494-6550-44b4-8258-77c175d778b7_Name">
    <vt:lpwstr>Capgemini-SEC0-Public</vt:lpwstr>
  </property>
  <property fmtid="{D5CDD505-2E9C-101B-9397-08002B2CF9AE}" pid="8" name="MSIP_Label_e760c494-6550-44b4-8258-77c175d778b7_SiteId">
    <vt:lpwstr>76a2ae5a-9f00-4f6b-95ed-5d33d77c4d61</vt:lpwstr>
  </property>
  <property fmtid="{D5CDD505-2E9C-101B-9397-08002B2CF9AE}" pid="9" name="MSIP_Label_e760c494-6550-44b4-8258-77c175d778b7_ActionId">
    <vt:lpwstr>23bd5236-fbda-4184-9ddc-04c9b8b6f575</vt:lpwstr>
  </property>
  <property fmtid="{D5CDD505-2E9C-101B-9397-08002B2CF9AE}" pid="10" name="MSIP_Label_e760c494-6550-44b4-8258-77c175d778b7_ContentBits">
    <vt:lpwstr>0</vt:lpwstr>
  </property>
  <property fmtid="{D5CDD505-2E9C-101B-9397-08002B2CF9AE}" pid="11" name="xd_ProgID">
    <vt:lpwstr/>
  </property>
  <property fmtid="{D5CDD505-2E9C-101B-9397-08002B2CF9AE}" pid="12" name="ComplianceAssetId">
    <vt:lpwstr/>
  </property>
  <property fmtid="{D5CDD505-2E9C-101B-9397-08002B2CF9AE}" pid="13" name="TemplateUrl">
    <vt:lpwstr/>
  </property>
  <property fmtid="{D5CDD505-2E9C-101B-9397-08002B2CF9AE}" pid="14" name="_ExtendedDescription">
    <vt:lpwstr/>
  </property>
  <property fmtid="{D5CDD505-2E9C-101B-9397-08002B2CF9AE}" pid="15" name="TriggerFlowInfo">
    <vt:lpwstr/>
  </property>
  <property fmtid="{D5CDD505-2E9C-101B-9397-08002B2CF9AE}" pid="16" name="xd_Signature">
    <vt:bool>false</vt:bool>
  </property>
  <property fmtid="{D5CDD505-2E9C-101B-9397-08002B2CF9AE}" pid="17" name="docLang">
    <vt:lpwstr>en</vt:lpwstr>
  </property>
</Properties>
</file>